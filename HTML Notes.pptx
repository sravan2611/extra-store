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68D162-838E-411D-8EA2-4AE466593EE4}" v="54" dt="2024-08-07T16:52:42.0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71" autoAdjust="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 Reddy" userId="39f41b09a2aae798" providerId="LiveId" clId="{0168D162-838E-411D-8EA2-4AE466593EE4}"/>
    <pc:docChg chg="undo redo custSel addSld delSld modSld">
      <pc:chgData name="Sravan Reddy" userId="39f41b09a2aae798" providerId="LiveId" clId="{0168D162-838E-411D-8EA2-4AE466593EE4}" dt="2024-08-07T17:20:36.188" v="5146" actId="20577"/>
      <pc:docMkLst>
        <pc:docMk/>
      </pc:docMkLst>
      <pc:sldChg chg="modSp new mod">
        <pc:chgData name="Sravan Reddy" userId="39f41b09a2aae798" providerId="LiveId" clId="{0168D162-838E-411D-8EA2-4AE466593EE4}" dt="2024-08-07T01:35:46.216" v="18" actId="20577"/>
        <pc:sldMkLst>
          <pc:docMk/>
          <pc:sldMk cId="3380959834" sldId="256"/>
        </pc:sldMkLst>
        <pc:spChg chg="mod">
          <ac:chgData name="Sravan Reddy" userId="39f41b09a2aae798" providerId="LiveId" clId="{0168D162-838E-411D-8EA2-4AE466593EE4}" dt="2024-08-07T01:35:46.216" v="18" actId="20577"/>
          <ac:spMkLst>
            <pc:docMk/>
            <pc:sldMk cId="3380959834" sldId="256"/>
            <ac:spMk id="2" creationId="{3962BE72-B89A-A851-2EF3-4B226E9F62EB}"/>
          </ac:spMkLst>
        </pc:spChg>
      </pc:sldChg>
      <pc:sldChg chg="new del">
        <pc:chgData name="Sravan Reddy" userId="39f41b09a2aae798" providerId="LiveId" clId="{0168D162-838E-411D-8EA2-4AE466593EE4}" dt="2024-08-07T01:36:10.538" v="20" actId="47"/>
        <pc:sldMkLst>
          <pc:docMk/>
          <pc:sldMk cId="2558158794" sldId="257"/>
        </pc:sldMkLst>
      </pc:sldChg>
      <pc:sldChg chg="addSp modSp new mod">
        <pc:chgData name="Sravan Reddy" userId="39f41b09a2aae798" providerId="LiveId" clId="{0168D162-838E-411D-8EA2-4AE466593EE4}" dt="2024-08-07T03:46:29.463" v="1709" actId="20577"/>
        <pc:sldMkLst>
          <pc:docMk/>
          <pc:sldMk cId="3142636228" sldId="257"/>
        </pc:sldMkLst>
        <pc:spChg chg="mod">
          <ac:chgData name="Sravan Reddy" userId="39f41b09a2aae798" providerId="LiveId" clId="{0168D162-838E-411D-8EA2-4AE466593EE4}" dt="2024-08-07T02:37:06.727" v="928" actId="115"/>
          <ac:spMkLst>
            <pc:docMk/>
            <pc:sldMk cId="3142636228" sldId="257"/>
            <ac:spMk id="2" creationId="{0F167D3E-F8AE-4572-DA91-40BC7C1A5D9A}"/>
          </ac:spMkLst>
        </pc:spChg>
        <pc:spChg chg="mod">
          <ac:chgData name="Sravan Reddy" userId="39f41b09a2aae798" providerId="LiveId" clId="{0168D162-838E-411D-8EA2-4AE466593EE4}" dt="2024-08-07T03:46:29.463" v="1709" actId="20577"/>
          <ac:spMkLst>
            <pc:docMk/>
            <pc:sldMk cId="3142636228" sldId="257"/>
            <ac:spMk id="3" creationId="{FF7725AB-B319-27A2-F7FF-5185867505BF}"/>
          </ac:spMkLst>
        </pc:spChg>
        <pc:spChg chg="add">
          <ac:chgData name="Sravan Reddy" userId="39f41b09a2aae798" providerId="LiveId" clId="{0168D162-838E-411D-8EA2-4AE466593EE4}" dt="2024-08-07T01:59:53.440" v="213"/>
          <ac:spMkLst>
            <pc:docMk/>
            <pc:sldMk cId="3142636228" sldId="257"/>
            <ac:spMk id="4" creationId="{4F2631CB-4644-61CB-CEB8-E4F90F1CF576}"/>
          </ac:spMkLst>
        </pc:spChg>
        <pc:spChg chg="add mod">
          <ac:chgData name="Sravan Reddy" userId="39f41b09a2aae798" providerId="LiveId" clId="{0168D162-838E-411D-8EA2-4AE466593EE4}" dt="2024-08-07T02:00:22.460" v="224" actId="1076"/>
          <ac:spMkLst>
            <pc:docMk/>
            <pc:sldMk cId="3142636228" sldId="257"/>
            <ac:spMk id="5" creationId="{2FAAB52F-6F3E-4B5C-CC12-AC199DCDC276}"/>
          </ac:spMkLst>
        </pc:spChg>
        <pc:picChg chg="add">
          <ac:chgData name="Sravan Reddy" userId="39f41b09a2aae798" providerId="LiveId" clId="{0168D162-838E-411D-8EA2-4AE466593EE4}" dt="2024-08-07T01:59:53.440" v="213"/>
          <ac:picMkLst>
            <pc:docMk/>
            <pc:sldMk cId="3142636228" sldId="257"/>
            <ac:picMk id="1026" creationId="{2900EE1F-1FE9-039F-9C56-D6A18DBF3CEA}"/>
          </ac:picMkLst>
        </pc:picChg>
        <pc:picChg chg="add mod">
          <ac:chgData name="Sravan Reddy" userId="39f41b09a2aae798" providerId="LiveId" clId="{0168D162-838E-411D-8EA2-4AE466593EE4}" dt="2024-08-07T02:00:22.460" v="224" actId="1076"/>
          <ac:picMkLst>
            <pc:docMk/>
            <pc:sldMk cId="3142636228" sldId="257"/>
            <ac:picMk id="1028" creationId="{C670EEF3-EBC1-DB70-0E6E-85DD81341DBA}"/>
          </ac:picMkLst>
        </pc:picChg>
      </pc:sldChg>
      <pc:sldChg chg="modSp new del mod">
        <pc:chgData name="Sravan Reddy" userId="39f41b09a2aae798" providerId="LiveId" clId="{0168D162-838E-411D-8EA2-4AE466593EE4}" dt="2024-08-07T01:37:22.311" v="56" actId="47"/>
        <pc:sldMkLst>
          <pc:docMk/>
          <pc:sldMk cId="4018941964" sldId="257"/>
        </pc:sldMkLst>
        <pc:spChg chg="mod">
          <ac:chgData name="Sravan Reddy" userId="39f41b09a2aae798" providerId="LiveId" clId="{0168D162-838E-411D-8EA2-4AE466593EE4}" dt="2024-08-07T01:37:11.496" v="55" actId="20577"/>
          <ac:spMkLst>
            <pc:docMk/>
            <pc:sldMk cId="4018941964" sldId="257"/>
            <ac:spMk id="2" creationId="{5DE05024-B742-BE36-8880-BC2EC2A7D4EC}"/>
          </ac:spMkLst>
        </pc:spChg>
      </pc:sldChg>
      <pc:sldChg chg="modSp new del mod">
        <pc:chgData name="Sravan Reddy" userId="39f41b09a2aae798" providerId="LiveId" clId="{0168D162-838E-411D-8EA2-4AE466593EE4}" dt="2024-08-07T02:39:22.168" v="1000" actId="47"/>
        <pc:sldMkLst>
          <pc:docMk/>
          <pc:sldMk cId="651302124" sldId="258"/>
        </pc:sldMkLst>
        <pc:spChg chg="mod">
          <ac:chgData name="Sravan Reddy" userId="39f41b09a2aae798" providerId="LiveId" clId="{0168D162-838E-411D-8EA2-4AE466593EE4}" dt="2024-08-07T02:24:22.695" v="565" actId="1076"/>
          <ac:spMkLst>
            <pc:docMk/>
            <pc:sldMk cId="651302124" sldId="258"/>
            <ac:spMk id="2" creationId="{0BFBD299-BB8E-A622-8681-BB16BF2FAA6E}"/>
          </ac:spMkLst>
        </pc:spChg>
        <pc:spChg chg="mod">
          <ac:chgData name="Sravan Reddy" userId="39f41b09a2aae798" providerId="LiveId" clId="{0168D162-838E-411D-8EA2-4AE466593EE4}" dt="2024-08-07T02:28:09.272" v="633" actId="27636"/>
          <ac:spMkLst>
            <pc:docMk/>
            <pc:sldMk cId="651302124" sldId="258"/>
            <ac:spMk id="3" creationId="{DA072FD5-C913-CB4D-FFDF-7E560D0435D7}"/>
          </ac:spMkLst>
        </pc:spChg>
      </pc:sldChg>
      <pc:sldChg chg="addSp modSp new mod setBg">
        <pc:chgData name="Sravan Reddy" userId="39f41b09a2aae798" providerId="LiveId" clId="{0168D162-838E-411D-8EA2-4AE466593EE4}" dt="2024-08-07T03:59:47.856" v="1849" actId="20577"/>
        <pc:sldMkLst>
          <pc:docMk/>
          <pc:sldMk cId="721881672" sldId="258"/>
        </pc:sldMkLst>
        <pc:spChg chg="mod">
          <ac:chgData name="Sravan Reddy" userId="39f41b09a2aae798" providerId="LiveId" clId="{0168D162-838E-411D-8EA2-4AE466593EE4}" dt="2024-08-07T03:13:54.543" v="1024" actId="27636"/>
          <ac:spMkLst>
            <pc:docMk/>
            <pc:sldMk cId="721881672" sldId="258"/>
            <ac:spMk id="2" creationId="{604B33EB-2DA5-D1BA-FD43-C59FAB3742CF}"/>
          </ac:spMkLst>
        </pc:spChg>
        <pc:spChg chg="mod">
          <ac:chgData name="Sravan Reddy" userId="39f41b09a2aae798" providerId="LiveId" clId="{0168D162-838E-411D-8EA2-4AE466593EE4}" dt="2024-08-07T03:59:47.856" v="1849" actId="20577"/>
          <ac:spMkLst>
            <pc:docMk/>
            <pc:sldMk cId="721881672" sldId="258"/>
            <ac:spMk id="3" creationId="{E320D23B-BC78-5289-3130-4FF2AE014A69}"/>
          </ac:spMkLst>
        </pc:spChg>
        <pc:spChg chg="add">
          <ac:chgData name="Sravan Reddy" userId="39f41b09a2aae798" providerId="LiveId" clId="{0168D162-838E-411D-8EA2-4AE466593EE4}" dt="2024-08-07T03:32:47.960" v="1333"/>
          <ac:spMkLst>
            <pc:docMk/>
            <pc:sldMk cId="721881672" sldId="258"/>
            <ac:spMk id="4" creationId="{6092380D-991E-6F2B-408E-4482D29F6D22}"/>
          </ac:spMkLst>
        </pc:spChg>
        <pc:spChg chg="add">
          <ac:chgData name="Sravan Reddy" userId="39f41b09a2aae798" providerId="LiveId" clId="{0168D162-838E-411D-8EA2-4AE466593EE4}" dt="2024-08-07T03:32:58.234" v="1334"/>
          <ac:spMkLst>
            <pc:docMk/>
            <pc:sldMk cId="721881672" sldId="258"/>
            <ac:spMk id="5" creationId="{E3C75ED6-A5D7-B181-63D4-C18FD9A8B72A}"/>
          </ac:spMkLst>
        </pc:spChg>
        <pc:spChg chg="add">
          <ac:chgData name="Sravan Reddy" userId="39f41b09a2aae798" providerId="LiveId" clId="{0168D162-838E-411D-8EA2-4AE466593EE4}" dt="2024-08-07T03:33:10.969" v="1340"/>
          <ac:spMkLst>
            <pc:docMk/>
            <pc:sldMk cId="721881672" sldId="258"/>
            <ac:spMk id="6" creationId="{2F7F9F01-AAF3-27B6-7C98-272ACDAD7BC0}"/>
          </ac:spMkLst>
        </pc:spChg>
        <pc:spChg chg="add">
          <ac:chgData name="Sravan Reddy" userId="39f41b09a2aae798" providerId="LiveId" clId="{0168D162-838E-411D-8EA2-4AE466593EE4}" dt="2024-08-07T03:52:29.266" v="1756"/>
          <ac:spMkLst>
            <pc:docMk/>
            <pc:sldMk cId="721881672" sldId="258"/>
            <ac:spMk id="7" creationId="{7E37064D-1F3E-E380-910C-4E4C5490C1FE}"/>
          </ac:spMkLst>
        </pc:spChg>
        <pc:spChg chg="add">
          <ac:chgData name="Sravan Reddy" userId="39f41b09a2aae798" providerId="LiveId" clId="{0168D162-838E-411D-8EA2-4AE466593EE4}" dt="2024-08-07T03:52:29.266" v="1756"/>
          <ac:spMkLst>
            <pc:docMk/>
            <pc:sldMk cId="721881672" sldId="258"/>
            <ac:spMk id="8" creationId="{5AEB8657-A55D-8464-5D88-7E68E84F1BCA}"/>
          </ac:spMkLst>
        </pc:spChg>
        <pc:spChg chg="add">
          <ac:chgData name="Sravan Reddy" userId="39f41b09a2aae798" providerId="LiveId" clId="{0168D162-838E-411D-8EA2-4AE466593EE4}" dt="2024-08-07T03:54:14.253" v="1778"/>
          <ac:spMkLst>
            <pc:docMk/>
            <pc:sldMk cId="721881672" sldId="258"/>
            <ac:spMk id="9" creationId="{EB5FFBAA-C759-6409-6071-04D8B6357EA7}"/>
          </ac:spMkLst>
        </pc:spChg>
        <pc:spChg chg="add mod">
          <ac:chgData name="Sravan Reddy" userId="39f41b09a2aae798" providerId="LiveId" clId="{0168D162-838E-411D-8EA2-4AE466593EE4}" dt="2024-08-07T03:59:11.603" v="1829" actId="21"/>
          <ac:spMkLst>
            <pc:docMk/>
            <pc:sldMk cId="721881672" sldId="258"/>
            <ac:spMk id="10" creationId="{FDE7DA66-7501-887D-5549-059A2B2512EE}"/>
          </ac:spMkLst>
        </pc:spChg>
      </pc:sldChg>
      <pc:sldChg chg="modSp new del mod">
        <pc:chgData name="Sravan Reddy" userId="39f41b09a2aae798" providerId="LiveId" clId="{0168D162-838E-411D-8EA2-4AE466593EE4}" dt="2024-08-07T02:21:47.654" v="528" actId="47"/>
        <pc:sldMkLst>
          <pc:docMk/>
          <pc:sldMk cId="3927257824" sldId="258"/>
        </pc:sldMkLst>
        <pc:spChg chg="mod">
          <ac:chgData name="Sravan Reddy" userId="39f41b09a2aae798" providerId="LiveId" clId="{0168D162-838E-411D-8EA2-4AE466593EE4}" dt="2024-08-07T02:21:44.266" v="527" actId="20577"/>
          <ac:spMkLst>
            <pc:docMk/>
            <pc:sldMk cId="3927257824" sldId="258"/>
            <ac:spMk id="2" creationId="{1A8E2C0D-2501-6E14-2B96-9BBDD5C41F7B}"/>
          </ac:spMkLst>
        </pc:spChg>
      </pc:sldChg>
      <pc:sldChg chg="new del">
        <pc:chgData name="Sravan Reddy" userId="39f41b09a2aae798" providerId="LiveId" clId="{0168D162-838E-411D-8EA2-4AE466593EE4}" dt="2024-08-07T02:22:07.741" v="530" actId="47"/>
        <pc:sldMkLst>
          <pc:docMk/>
          <pc:sldMk cId="3966357033" sldId="258"/>
        </pc:sldMkLst>
      </pc:sldChg>
      <pc:sldChg chg="new del">
        <pc:chgData name="Sravan Reddy" userId="39f41b09a2aae798" providerId="LiveId" clId="{0168D162-838E-411D-8EA2-4AE466593EE4}" dt="2024-08-07T02:39:34.188" v="1002" actId="47"/>
        <pc:sldMkLst>
          <pc:docMk/>
          <pc:sldMk cId="4120510930" sldId="258"/>
        </pc:sldMkLst>
      </pc:sldChg>
      <pc:sldChg chg="modSp new del mod">
        <pc:chgData name="Sravan Reddy" userId="39f41b09a2aae798" providerId="LiveId" clId="{0168D162-838E-411D-8EA2-4AE466593EE4}" dt="2024-08-07T02:20:58.668" v="519" actId="47"/>
        <pc:sldMkLst>
          <pc:docMk/>
          <pc:sldMk cId="4151078532" sldId="258"/>
        </pc:sldMkLst>
        <pc:spChg chg="mod">
          <ac:chgData name="Sravan Reddy" userId="39f41b09a2aae798" providerId="LiveId" clId="{0168D162-838E-411D-8EA2-4AE466593EE4}" dt="2024-08-07T02:20:52.509" v="518" actId="14100"/>
          <ac:spMkLst>
            <pc:docMk/>
            <pc:sldMk cId="4151078532" sldId="258"/>
            <ac:spMk id="2" creationId="{5831A417-0DCB-D3E7-4D33-31C4A1613B9B}"/>
          </ac:spMkLst>
        </pc:spChg>
      </pc:sldChg>
      <pc:sldChg chg="modSp new del mod">
        <pc:chgData name="Sravan Reddy" userId="39f41b09a2aae798" providerId="LiveId" clId="{0168D162-838E-411D-8EA2-4AE466593EE4}" dt="2024-08-07T02:26:24.933" v="620" actId="47"/>
        <pc:sldMkLst>
          <pc:docMk/>
          <pc:sldMk cId="254306231" sldId="259"/>
        </pc:sldMkLst>
        <pc:spChg chg="mod">
          <ac:chgData name="Sravan Reddy" userId="39f41b09a2aae798" providerId="LiveId" clId="{0168D162-838E-411D-8EA2-4AE466593EE4}" dt="2024-08-07T02:26:19.842" v="619" actId="27636"/>
          <ac:spMkLst>
            <pc:docMk/>
            <pc:sldMk cId="254306231" sldId="259"/>
            <ac:spMk id="2" creationId="{56A2E8A9-48E8-4891-068B-88F72AB887D0}"/>
          </ac:spMkLst>
        </pc:spChg>
      </pc:sldChg>
      <pc:sldChg chg="addSp modSp mod">
        <pc:chgData name="Sravan Reddy" userId="39f41b09a2aae798" providerId="LiveId" clId="{0168D162-838E-411D-8EA2-4AE466593EE4}" dt="2024-08-07T15:08:51.244" v="2345" actId="14100"/>
        <pc:sldMkLst>
          <pc:docMk/>
          <pc:sldMk cId="2116603877" sldId="259"/>
        </pc:sldMkLst>
        <pc:spChg chg="mod">
          <ac:chgData name="Sravan Reddy" userId="39f41b09a2aae798" providerId="LiveId" clId="{0168D162-838E-411D-8EA2-4AE466593EE4}" dt="2024-08-07T15:08:51.244" v="2345" actId="14100"/>
          <ac:spMkLst>
            <pc:docMk/>
            <pc:sldMk cId="2116603877" sldId="259"/>
            <ac:spMk id="3" creationId="{320DE56A-155F-FDCA-6894-1EC2B70C630B}"/>
          </ac:spMkLst>
        </pc:spChg>
        <pc:spChg chg="add mod">
          <ac:chgData name="Sravan Reddy" userId="39f41b09a2aae798" providerId="LiveId" clId="{0168D162-838E-411D-8EA2-4AE466593EE4}" dt="2024-08-07T14:44:59.646" v="1984"/>
          <ac:spMkLst>
            <pc:docMk/>
            <pc:sldMk cId="2116603877" sldId="259"/>
            <ac:spMk id="4" creationId="{DAFA83D1-2281-E221-AF7F-7B311A282563}"/>
          </ac:spMkLst>
        </pc:spChg>
        <pc:spChg chg="add mod">
          <ac:chgData name="Sravan Reddy" userId="39f41b09a2aae798" providerId="LiveId" clId="{0168D162-838E-411D-8EA2-4AE466593EE4}" dt="2024-08-07T14:45:53.347" v="1993" actId="255"/>
          <ac:spMkLst>
            <pc:docMk/>
            <pc:sldMk cId="2116603877" sldId="259"/>
            <ac:spMk id="5" creationId="{47B3B985-887B-73F7-76E7-999E8F0829A0}"/>
          </ac:spMkLst>
        </pc:spChg>
      </pc:sldChg>
      <pc:sldChg chg="addSp modSp new mod">
        <pc:chgData name="Sravan Reddy" userId="39f41b09a2aae798" providerId="LiveId" clId="{0168D162-838E-411D-8EA2-4AE466593EE4}" dt="2024-08-07T15:46:30.658" v="3063" actId="20577"/>
        <pc:sldMkLst>
          <pc:docMk/>
          <pc:sldMk cId="1630666990" sldId="260"/>
        </pc:sldMkLst>
        <pc:spChg chg="mod">
          <ac:chgData name="Sravan Reddy" userId="39f41b09a2aae798" providerId="LiveId" clId="{0168D162-838E-411D-8EA2-4AE466593EE4}" dt="2024-08-07T15:10:17.271" v="2353" actId="1076"/>
          <ac:spMkLst>
            <pc:docMk/>
            <pc:sldMk cId="1630666990" sldId="260"/>
            <ac:spMk id="2" creationId="{B7E98C4E-A073-2054-8995-9348FED1636A}"/>
          </ac:spMkLst>
        </pc:spChg>
        <pc:spChg chg="mod">
          <ac:chgData name="Sravan Reddy" userId="39f41b09a2aae798" providerId="LiveId" clId="{0168D162-838E-411D-8EA2-4AE466593EE4}" dt="2024-08-07T15:46:30.658" v="3063" actId="20577"/>
          <ac:spMkLst>
            <pc:docMk/>
            <pc:sldMk cId="1630666990" sldId="260"/>
            <ac:spMk id="3" creationId="{FB0CDA8E-B85E-2450-114E-202C653800E9}"/>
          </ac:spMkLst>
        </pc:spChg>
        <pc:spChg chg="add">
          <ac:chgData name="Sravan Reddy" userId="39f41b09a2aae798" providerId="LiveId" clId="{0168D162-838E-411D-8EA2-4AE466593EE4}" dt="2024-08-07T15:11:59.793" v="2369"/>
          <ac:spMkLst>
            <pc:docMk/>
            <pc:sldMk cId="1630666990" sldId="260"/>
            <ac:spMk id="4" creationId="{4DD3F631-5C7F-F846-B72C-1D68BC6D94E1}"/>
          </ac:spMkLst>
        </pc:spChg>
        <pc:spChg chg="add">
          <ac:chgData name="Sravan Reddy" userId="39f41b09a2aae798" providerId="LiveId" clId="{0168D162-838E-411D-8EA2-4AE466593EE4}" dt="2024-08-07T15:21:28.452" v="2660"/>
          <ac:spMkLst>
            <pc:docMk/>
            <pc:sldMk cId="1630666990" sldId="260"/>
            <ac:spMk id="5" creationId="{9A0BF2B8-2F46-7860-F632-3EA020C69EAE}"/>
          </ac:spMkLst>
        </pc:spChg>
      </pc:sldChg>
      <pc:sldChg chg="addSp delSp modSp new del mod">
        <pc:chgData name="Sravan Reddy" userId="39f41b09a2aae798" providerId="LiveId" clId="{0168D162-838E-411D-8EA2-4AE466593EE4}" dt="2024-08-07T15:08:32.194" v="2343" actId="47"/>
        <pc:sldMkLst>
          <pc:docMk/>
          <pc:sldMk cId="3453520768" sldId="260"/>
        </pc:sldMkLst>
        <pc:spChg chg="del">
          <ac:chgData name="Sravan Reddy" userId="39f41b09a2aae798" providerId="LiveId" clId="{0168D162-838E-411D-8EA2-4AE466593EE4}" dt="2024-08-07T14:46:20.218" v="1995"/>
          <ac:spMkLst>
            <pc:docMk/>
            <pc:sldMk cId="3453520768" sldId="260"/>
            <ac:spMk id="2" creationId="{1A396B80-CBE6-69A9-559C-CB25AAA3A485}"/>
          </ac:spMkLst>
        </pc:spChg>
        <pc:spChg chg="add mod">
          <ac:chgData name="Sravan Reddy" userId="39f41b09a2aae798" providerId="LiveId" clId="{0168D162-838E-411D-8EA2-4AE466593EE4}" dt="2024-08-07T14:46:44.324" v="1998" actId="21"/>
          <ac:spMkLst>
            <pc:docMk/>
            <pc:sldMk cId="3453520768" sldId="260"/>
            <ac:spMk id="4" creationId="{B98D723C-4951-4BA3-FD46-C2625CD54408}"/>
          </ac:spMkLst>
        </pc:spChg>
        <pc:spChg chg="add del mod">
          <ac:chgData name="Sravan Reddy" userId="39f41b09a2aae798" providerId="LiveId" clId="{0168D162-838E-411D-8EA2-4AE466593EE4}" dt="2024-08-07T14:48:09.939" v="2027"/>
          <ac:spMkLst>
            <pc:docMk/>
            <pc:sldMk cId="3453520768" sldId="260"/>
            <ac:spMk id="6" creationId="{A676F1A0-6FE2-0D06-BC94-47DEEA3B0E0D}"/>
          </ac:spMkLst>
        </pc:spChg>
      </pc:sldChg>
      <pc:sldChg chg="addSp delSp modSp new mod">
        <pc:chgData name="Sravan Reddy" userId="39f41b09a2aae798" providerId="LiveId" clId="{0168D162-838E-411D-8EA2-4AE466593EE4}" dt="2024-08-07T17:10:51.576" v="5044" actId="20577"/>
        <pc:sldMkLst>
          <pc:docMk/>
          <pc:sldMk cId="955439114" sldId="261"/>
        </pc:sldMkLst>
        <pc:spChg chg="mod">
          <ac:chgData name="Sravan Reddy" userId="39f41b09a2aae798" providerId="LiveId" clId="{0168D162-838E-411D-8EA2-4AE466593EE4}" dt="2024-08-07T15:48:44.009" v="3081" actId="1076"/>
          <ac:spMkLst>
            <pc:docMk/>
            <pc:sldMk cId="955439114" sldId="261"/>
            <ac:spMk id="2" creationId="{D6CEA599-0F9C-8191-077F-39D729591299}"/>
          </ac:spMkLst>
        </pc:spChg>
        <pc:spChg chg="mod">
          <ac:chgData name="Sravan Reddy" userId="39f41b09a2aae798" providerId="LiveId" clId="{0168D162-838E-411D-8EA2-4AE466593EE4}" dt="2024-08-07T17:10:51.576" v="5044" actId="20577"/>
          <ac:spMkLst>
            <pc:docMk/>
            <pc:sldMk cId="955439114" sldId="261"/>
            <ac:spMk id="3" creationId="{42CF3114-C27E-AD8B-78BC-939723ED2EEE}"/>
          </ac:spMkLst>
        </pc:spChg>
        <pc:spChg chg="add mod">
          <ac:chgData name="Sravan Reddy" userId="39f41b09a2aae798" providerId="LiveId" clId="{0168D162-838E-411D-8EA2-4AE466593EE4}" dt="2024-08-07T16:27:51.641" v="3921" actId="1076"/>
          <ac:spMkLst>
            <pc:docMk/>
            <pc:sldMk cId="955439114" sldId="261"/>
            <ac:spMk id="11" creationId="{2A2618A1-F4CD-67E2-7508-09CA963F9AE4}"/>
          </ac:spMkLst>
        </pc:spChg>
        <pc:spChg chg="add mod">
          <ac:chgData name="Sravan Reddy" userId="39f41b09a2aae798" providerId="LiveId" clId="{0168D162-838E-411D-8EA2-4AE466593EE4}" dt="2024-08-07T16:51:41.629" v="4411" actId="767"/>
          <ac:spMkLst>
            <pc:docMk/>
            <pc:sldMk cId="955439114" sldId="261"/>
            <ac:spMk id="12" creationId="{2839C443-6D1A-9BD2-890E-22F74A714752}"/>
          </ac:spMkLst>
        </pc:spChg>
        <pc:spChg chg="add mod">
          <ac:chgData name="Sravan Reddy" userId="39f41b09a2aae798" providerId="LiveId" clId="{0168D162-838E-411D-8EA2-4AE466593EE4}" dt="2024-08-07T16:52:00.905" v="4416" actId="767"/>
          <ac:spMkLst>
            <pc:docMk/>
            <pc:sldMk cId="955439114" sldId="261"/>
            <ac:spMk id="13" creationId="{86C0873D-1FE3-03AC-5428-66103FDC69E7}"/>
          </ac:spMkLst>
        </pc:spChg>
        <pc:spChg chg="add mod">
          <ac:chgData name="Sravan Reddy" userId="39f41b09a2aae798" providerId="LiveId" clId="{0168D162-838E-411D-8EA2-4AE466593EE4}" dt="2024-08-07T16:55:05.613" v="4542" actId="14100"/>
          <ac:spMkLst>
            <pc:docMk/>
            <pc:sldMk cId="955439114" sldId="261"/>
            <ac:spMk id="14" creationId="{A0F4DB56-BF95-7B3A-BD24-7A67D05E3FAE}"/>
          </ac:spMkLst>
        </pc:spChg>
        <pc:graphicFrameChg chg="add del">
          <ac:chgData name="Sravan Reddy" userId="39f41b09a2aae798" providerId="LiveId" clId="{0168D162-838E-411D-8EA2-4AE466593EE4}" dt="2024-08-07T16:26:33.865" v="3895" actId="3680"/>
          <ac:graphicFrameMkLst>
            <pc:docMk/>
            <pc:sldMk cId="955439114" sldId="261"/>
            <ac:graphicFrameMk id="10" creationId="{A1438936-D669-10E8-4D1A-3633C3DFE1A5}"/>
          </ac:graphicFrameMkLst>
        </pc:graphicFrameChg>
        <pc:inkChg chg="add del">
          <ac:chgData name="Sravan Reddy" userId="39f41b09a2aae798" providerId="LiveId" clId="{0168D162-838E-411D-8EA2-4AE466593EE4}" dt="2024-08-07T16:23:47.812" v="3874" actId="9405"/>
          <ac:inkMkLst>
            <pc:docMk/>
            <pc:sldMk cId="955439114" sldId="261"/>
            <ac:inkMk id="4" creationId="{975A4983-7C1F-2E11-5CB6-7305451639FC}"/>
          </ac:inkMkLst>
        </pc:inkChg>
        <pc:inkChg chg="add del">
          <ac:chgData name="Sravan Reddy" userId="39f41b09a2aae798" providerId="LiveId" clId="{0168D162-838E-411D-8EA2-4AE466593EE4}" dt="2024-08-07T16:23:56.618" v="3876" actId="9405"/>
          <ac:inkMkLst>
            <pc:docMk/>
            <pc:sldMk cId="955439114" sldId="261"/>
            <ac:inkMk id="5" creationId="{1733AB58-1524-F5AE-425B-22666BFA786C}"/>
          </ac:inkMkLst>
        </pc:inkChg>
        <pc:inkChg chg="add del">
          <ac:chgData name="Sravan Reddy" userId="39f41b09a2aae798" providerId="LiveId" clId="{0168D162-838E-411D-8EA2-4AE466593EE4}" dt="2024-08-07T16:24:41.863" v="3879"/>
          <ac:inkMkLst>
            <pc:docMk/>
            <pc:sldMk cId="955439114" sldId="261"/>
            <ac:inkMk id="6" creationId="{22B69ACF-0FC4-10CB-1CD7-C3FB72755C72}"/>
          </ac:inkMkLst>
        </pc:inkChg>
        <pc:inkChg chg="add del">
          <ac:chgData name="Sravan Reddy" userId="39f41b09a2aae798" providerId="LiveId" clId="{0168D162-838E-411D-8EA2-4AE466593EE4}" dt="2024-08-07T16:24:55.796" v="3880"/>
          <ac:inkMkLst>
            <pc:docMk/>
            <pc:sldMk cId="955439114" sldId="261"/>
            <ac:inkMk id="7" creationId="{77C52C54-9E94-2174-7500-57C1F4FC42A7}"/>
          </ac:inkMkLst>
        </pc:inkChg>
        <pc:inkChg chg="add">
          <ac:chgData name="Sravan Reddy" userId="39f41b09a2aae798" providerId="LiveId" clId="{0168D162-838E-411D-8EA2-4AE466593EE4}" dt="2024-08-07T16:25:15.460" v="3881" actId="9405"/>
          <ac:inkMkLst>
            <pc:docMk/>
            <pc:sldMk cId="955439114" sldId="261"/>
            <ac:inkMk id="8" creationId="{E6B1B2C4-D5F6-E8B9-3363-A577F1552AC4}"/>
          </ac:inkMkLst>
        </pc:inkChg>
        <pc:inkChg chg="add del">
          <ac:chgData name="Sravan Reddy" userId="39f41b09a2aae798" providerId="LiveId" clId="{0168D162-838E-411D-8EA2-4AE466593EE4}" dt="2024-08-07T16:26:38.050" v="3899" actId="9405"/>
          <ac:inkMkLst>
            <pc:docMk/>
            <pc:sldMk cId="955439114" sldId="261"/>
            <ac:inkMk id="9" creationId="{30703B91-1AC6-CDCB-2932-6DB191222B0A}"/>
          </ac:inkMkLst>
        </pc:inkChg>
      </pc:sldChg>
      <pc:sldChg chg="addSp delSp modSp new add del mod">
        <pc:chgData name="Sravan Reddy" userId="39f41b09a2aae798" providerId="LiveId" clId="{0168D162-838E-411D-8EA2-4AE466593EE4}" dt="2024-08-07T15:47:12.379" v="3066" actId="47"/>
        <pc:sldMkLst>
          <pc:docMk/>
          <pc:sldMk cId="2467624989" sldId="261"/>
        </pc:sldMkLst>
        <pc:spChg chg="del">
          <ac:chgData name="Sravan Reddy" userId="39f41b09a2aae798" providerId="LiveId" clId="{0168D162-838E-411D-8EA2-4AE466593EE4}" dt="2024-08-07T15:12:09.829" v="2371"/>
          <ac:spMkLst>
            <pc:docMk/>
            <pc:sldMk cId="2467624989" sldId="261"/>
            <ac:spMk id="2" creationId="{AB424FE2-6F6C-6E5E-3A20-3D00DD2AB559}"/>
          </ac:spMkLst>
        </pc:spChg>
        <pc:spChg chg="add mod">
          <ac:chgData name="Sravan Reddy" userId="39f41b09a2aae798" providerId="LiveId" clId="{0168D162-838E-411D-8EA2-4AE466593EE4}" dt="2024-08-07T15:12:19.207" v="2373" actId="21"/>
          <ac:spMkLst>
            <pc:docMk/>
            <pc:sldMk cId="2467624989" sldId="261"/>
            <ac:spMk id="4" creationId="{B7A5270E-407A-0B40-45BE-488A056D0B45}"/>
          </ac:spMkLst>
        </pc:spChg>
        <pc:spChg chg="add del mod">
          <ac:chgData name="Sravan Reddy" userId="39f41b09a2aae798" providerId="LiveId" clId="{0168D162-838E-411D-8EA2-4AE466593EE4}" dt="2024-08-07T15:13:50.045" v="2383"/>
          <ac:spMkLst>
            <pc:docMk/>
            <pc:sldMk cId="2467624989" sldId="261"/>
            <ac:spMk id="6" creationId="{856A1447-4AA2-950F-14AF-B3BD95F1EAA6}"/>
          </ac:spMkLst>
        </pc:spChg>
        <pc:spChg chg="add del mod">
          <ac:chgData name="Sravan Reddy" userId="39f41b09a2aae798" providerId="LiveId" clId="{0168D162-838E-411D-8EA2-4AE466593EE4}" dt="2024-08-07T15:21:49.357" v="2666"/>
          <ac:spMkLst>
            <pc:docMk/>
            <pc:sldMk cId="2467624989" sldId="261"/>
            <ac:spMk id="7" creationId="{D3EECEB0-22A6-1434-5743-19452EE10ED3}"/>
          </ac:spMkLst>
        </pc:spChg>
        <pc:spChg chg="add del mod">
          <ac:chgData name="Sravan Reddy" userId="39f41b09a2aae798" providerId="LiveId" clId="{0168D162-838E-411D-8EA2-4AE466593EE4}" dt="2024-08-07T15:22:37.549" v="2674"/>
          <ac:spMkLst>
            <pc:docMk/>
            <pc:sldMk cId="2467624989" sldId="261"/>
            <ac:spMk id="9" creationId="{2F8C3B62-548E-AE54-6412-3138BDC33193}"/>
          </ac:spMkLst>
        </pc:spChg>
      </pc:sldChg>
      <pc:sldChg chg="modSp new mod">
        <pc:chgData name="Sravan Reddy" userId="39f41b09a2aae798" providerId="LiveId" clId="{0168D162-838E-411D-8EA2-4AE466593EE4}" dt="2024-08-07T17:19:31.471" v="5143"/>
        <pc:sldMkLst>
          <pc:docMk/>
          <pc:sldMk cId="444568030" sldId="262"/>
        </pc:sldMkLst>
        <pc:spChg chg="mod">
          <ac:chgData name="Sravan Reddy" userId="39f41b09a2aae798" providerId="LiveId" clId="{0168D162-838E-411D-8EA2-4AE466593EE4}" dt="2024-08-07T17:11:48.760" v="5054" actId="1076"/>
          <ac:spMkLst>
            <pc:docMk/>
            <pc:sldMk cId="444568030" sldId="262"/>
            <ac:spMk id="2" creationId="{C81EEA27-49D4-2816-8869-E0D0F8C81856}"/>
          </ac:spMkLst>
        </pc:spChg>
        <pc:spChg chg="mod">
          <ac:chgData name="Sravan Reddy" userId="39f41b09a2aae798" providerId="LiveId" clId="{0168D162-838E-411D-8EA2-4AE466593EE4}" dt="2024-08-07T17:19:31.471" v="5143"/>
          <ac:spMkLst>
            <pc:docMk/>
            <pc:sldMk cId="444568030" sldId="262"/>
            <ac:spMk id="3" creationId="{B4768162-05E2-555B-7EB8-69E60BDCED21}"/>
          </ac:spMkLst>
        </pc:spChg>
      </pc:sldChg>
      <pc:sldChg chg="modSp new mod">
        <pc:chgData name="Sravan Reddy" userId="39f41b09a2aae798" providerId="LiveId" clId="{0168D162-838E-411D-8EA2-4AE466593EE4}" dt="2024-08-07T17:20:36.188" v="5146" actId="20577"/>
        <pc:sldMkLst>
          <pc:docMk/>
          <pc:sldMk cId="1358091996" sldId="263"/>
        </pc:sldMkLst>
        <pc:spChg chg="mod">
          <ac:chgData name="Sravan Reddy" userId="39f41b09a2aae798" providerId="LiveId" clId="{0168D162-838E-411D-8EA2-4AE466593EE4}" dt="2024-08-07T17:20:36.188" v="5146" actId="20577"/>
          <ac:spMkLst>
            <pc:docMk/>
            <pc:sldMk cId="1358091996" sldId="263"/>
            <ac:spMk id="2" creationId="{306C684A-329C-CE15-3D97-1BF12AB36F0B}"/>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07T16:25:15.460"/>
    </inkml:context>
    <inkml:brush xml:id="br0">
      <inkml:brushProperty name="width" value="0.035" units="cm"/>
      <inkml:brushProperty name="height" value="0.035" units="cm"/>
      <inkml:brushProperty name="ignorePressure" value="1"/>
    </inkml:brush>
  </inkml:definitions>
  <inkml:trace contextRef="#ctx0" brushRef="#br0">0 348,'524'-340,"-513"333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07T16:25:38.781"/>
    </inkml:context>
    <inkml:brush xml:id="br0">
      <inkml:brushProperty name="width" value="0.035" units="cm"/>
      <inkml:brushProperty name="height" value="0.035" units="cm"/>
      <inkml:brushProperty name="ignorePressure" value="1"/>
    </inkml:brush>
  </inkml:definitions>
  <inkml:trace contextRef="#ctx0" brushRef="#br0">630 242,'-604'-232,"578"222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7548C-480F-4030-AA99-824A8A88BC0A}" type="datetimeFigureOut">
              <a:rPr lang="en-IN" smtClean="0"/>
              <a:t>07-08-2024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EEFDE9-F4B4-4353-8ED1-26D418147B79}" type="slidenum">
              <a:rPr lang="en-IN" smtClean="0"/>
              <a:t>‹#›</a:t>
            </a:fld>
            <a:endParaRPr lang="en-IN"/>
          </a:p>
        </p:txBody>
      </p:sp>
    </p:spTree>
    <p:extLst>
      <p:ext uri="{BB962C8B-B14F-4D97-AF65-F5344CB8AC3E}">
        <p14:creationId xmlns:p14="http://schemas.microsoft.com/office/powerpoint/2010/main" val="1033805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EEFDE9-F4B4-4353-8ED1-26D418147B79}" type="slidenum">
              <a:rPr lang="en-IN" smtClean="0"/>
              <a:t>3</a:t>
            </a:fld>
            <a:endParaRPr lang="en-IN"/>
          </a:p>
        </p:txBody>
      </p:sp>
    </p:spTree>
    <p:extLst>
      <p:ext uri="{BB962C8B-B14F-4D97-AF65-F5344CB8AC3E}">
        <p14:creationId xmlns:p14="http://schemas.microsoft.com/office/powerpoint/2010/main" val="3088049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E6CA4-F634-FE66-B156-B4F6CFD2C2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1C15B6-F201-4D36-D702-AE7E6F5D29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4BF967-3FA9-6213-A346-22ED4C1F59C0}"/>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504F8531-C91F-3B1D-677C-2B71164F9C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B53ED-BC80-ADE3-5085-7BE8CBFCB5F6}"/>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1908212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BEBE9-07C7-AB9D-3E24-D0D3BBDF9D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618454-F56B-DEBE-258B-75D7837189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04956-D836-D82B-A9FD-BE41D5E43531}"/>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F34EF093-F7C9-7C82-7B28-0DE170F4F9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CD8076-D9AA-B332-C97A-C614B913155E}"/>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794936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6157-0F10-DBD1-7B10-4DD9E76F4D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ED6E50-69ED-E81A-F225-CA48D22ADB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6066C7-ED68-BEBE-C94C-EFA8369E88B5}"/>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5F63C687-9CA4-CD04-A512-E9E59C9076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16786C-C6A8-4E2B-F644-EEE4935AAA11}"/>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206451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BAC5-199E-66D9-B7A7-59E6B8D3C4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21E651-589B-8B8C-421D-1B97DA5BCC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D3B06C-6E7D-D985-9B51-77BA6CBC44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297C1-F909-85E9-A602-9022A464B90D}"/>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6" name="Footer Placeholder 5">
            <a:extLst>
              <a:ext uri="{FF2B5EF4-FFF2-40B4-BE49-F238E27FC236}">
                <a16:creationId xmlns:a16="http://schemas.microsoft.com/office/drawing/2014/main" id="{0C7F0EFD-59F5-197E-5CFA-0D9F99A140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AA6FAD-4C64-EB23-7BBD-13BE321BEC77}"/>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2684858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DA8D-D79F-7B08-A9AE-D4E9D063D5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D97328-54A4-AC79-5AB5-A437C1FF72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37AE6D-D660-A2CA-DF7D-95F314C966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779066-BDC7-D063-A565-59DD510CEB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E61AA6-AAD7-793A-277E-054DD4D83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E951D7-4C6B-E7C0-8329-7B2D6CD77791}"/>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8" name="Footer Placeholder 7">
            <a:extLst>
              <a:ext uri="{FF2B5EF4-FFF2-40B4-BE49-F238E27FC236}">
                <a16:creationId xmlns:a16="http://schemas.microsoft.com/office/drawing/2014/main" id="{70E2E46F-0E4A-BEBE-A80D-C9A13947D5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4BBEE6-BDEE-B84B-9EE3-3A62409B8859}"/>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3714242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3E58A-E270-7579-2CF0-D00AD0DE68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E4EFA9-3231-A736-CB08-6D2FE7111D49}"/>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4" name="Footer Placeholder 3">
            <a:extLst>
              <a:ext uri="{FF2B5EF4-FFF2-40B4-BE49-F238E27FC236}">
                <a16:creationId xmlns:a16="http://schemas.microsoft.com/office/drawing/2014/main" id="{17798A0B-B464-94CE-39E4-76DFEF3FE5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3B4B7B-89E5-7B7A-6C12-4D5012A1182B}"/>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634191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1F0F96-87AA-5E49-182E-AF66F64B69F5}"/>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3" name="Footer Placeholder 2">
            <a:extLst>
              <a:ext uri="{FF2B5EF4-FFF2-40B4-BE49-F238E27FC236}">
                <a16:creationId xmlns:a16="http://schemas.microsoft.com/office/drawing/2014/main" id="{EC7C2451-0337-0CEF-775F-929A394429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D51CBD-16C9-0007-49A8-D0D0AA63128A}"/>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2189334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AC850-3EA2-EDD6-D1E2-26AC2D25B6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95782C-48E5-E405-DF27-60F479739A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2434D6-B692-1618-96F0-91AD236880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B341E5-7FC9-0CB6-E5B8-F6458FEEEC18}"/>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6" name="Footer Placeholder 5">
            <a:extLst>
              <a:ext uri="{FF2B5EF4-FFF2-40B4-BE49-F238E27FC236}">
                <a16:creationId xmlns:a16="http://schemas.microsoft.com/office/drawing/2014/main" id="{498ED392-0483-0620-E3D0-3F3223A4AD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8C2397-5DE8-7DBB-4C9A-CE84882BBD52}"/>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105253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9F678-9FE5-8196-AA97-9F3E6F89A1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119668-4451-1331-6663-447D2CB953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697D3A-29B8-7329-0837-F67481302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478017-6D0C-C67A-CF13-B4CA41172447}"/>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6" name="Footer Placeholder 5">
            <a:extLst>
              <a:ext uri="{FF2B5EF4-FFF2-40B4-BE49-F238E27FC236}">
                <a16:creationId xmlns:a16="http://schemas.microsoft.com/office/drawing/2014/main" id="{6788330D-8D6F-BE0E-8198-CF18CF6761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512FC4-2BB0-315F-C362-0A7B70CD507A}"/>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47459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F948A-B2E7-AA79-8432-0E3520FC5D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A1ACF0-9BC7-11F7-455E-F8B3627E0D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36759B-9ED5-EB04-89AC-CD218649D983}"/>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D49484B9-CC3C-BBD3-A277-9624D0858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C2720-D67C-C656-2F35-7B9931BD215E}"/>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1762287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322CB4-1AC2-3BA9-BE8E-1FA310ED2D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D2E658-E9D2-5B89-4BD6-ACCC92113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077C48-013C-E8F1-174A-268C0C0FC7CF}"/>
              </a:ext>
            </a:extLst>
          </p:cNvPr>
          <p:cNvSpPr>
            <a:spLocks noGrp="1"/>
          </p:cNvSpPr>
          <p:nvPr>
            <p:ph type="dt" sz="half" idx="10"/>
          </p:nvPr>
        </p:nvSpPr>
        <p:spPr/>
        <p:txBody>
          <a:body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E29A5537-B63E-651B-7EF2-B2762217BB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A41C6-E4FE-1ACC-14A8-FFC0E5FAF1FC}"/>
              </a:ext>
            </a:extLst>
          </p:cNvPr>
          <p:cNvSpPr>
            <a:spLocks noGrp="1"/>
          </p:cNvSpPr>
          <p:nvPr>
            <p:ph type="sldNum" sz="quarter" idx="12"/>
          </p:nvPr>
        </p:nvSpPr>
        <p:spPr/>
        <p:txBody>
          <a:bodyPr/>
          <a:lstStyle/>
          <a:p>
            <a:fld id="{639722ED-F466-4DB1-8CD2-A43BC4DAB2E1}" type="slidenum">
              <a:rPr lang="en-IN" smtClean="0"/>
              <a:t>‹#›</a:t>
            </a:fld>
            <a:endParaRPr lang="en-IN"/>
          </a:p>
        </p:txBody>
      </p:sp>
    </p:spTree>
    <p:extLst>
      <p:ext uri="{BB962C8B-B14F-4D97-AF65-F5344CB8AC3E}">
        <p14:creationId xmlns:p14="http://schemas.microsoft.com/office/powerpoint/2010/main" val="889448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BB017C-C339-1FE9-99ED-367F1517C9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B9DBE6-95AC-3758-329E-2714CEEBBA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91A88-F208-62EA-A94C-36E016A92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5DC48-1CDE-405C-A4D4-C474F9BE7E06}" type="datetimeFigureOut">
              <a:rPr lang="en-IN" smtClean="0"/>
              <a:t>07-08-2024</a:t>
            </a:fld>
            <a:endParaRPr lang="en-IN"/>
          </a:p>
        </p:txBody>
      </p:sp>
      <p:sp>
        <p:nvSpPr>
          <p:cNvPr id="5" name="Footer Placeholder 4">
            <a:extLst>
              <a:ext uri="{FF2B5EF4-FFF2-40B4-BE49-F238E27FC236}">
                <a16:creationId xmlns:a16="http://schemas.microsoft.com/office/drawing/2014/main" id="{D25CBB6E-C401-6C9E-9592-26BF3202C8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776A4F-A6A3-E653-AE79-57E4C52529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9722ED-F466-4DB1-8CD2-A43BC4DAB2E1}" type="slidenum">
              <a:rPr lang="en-IN" smtClean="0"/>
              <a:t>‹#›</a:t>
            </a:fld>
            <a:endParaRPr lang="en-IN"/>
          </a:p>
        </p:txBody>
      </p:sp>
    </p:spTree>
    <p:extLst>
      <p:ext uri="{BB962C8B-B14F-4D97-AF65-F5344CB8AC3E}">
        <p14:creationId xmlns:p14="http://schemas.microsoft.com/office/powerpoint/2010/main" val="983280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codewithharry.com/tutorial/html-tag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images.unsplash.com/photo-1503023345310-bd7c1de61c7d?ixid=MXwxaki24362.124vffit=crop&amp;w=1301&amp;q=80"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3" Type="http://schemas.openxmlformats.org/officeDocument/2006/relationships/hyperlink" Target="https://www.codewithharry.com/tutorial/html-block-elements/" TargetMode="External"/><Relationship Id="rId2" Type="http://schemas.openxmlformats.org/officeDocument/2006/relationships/hyperlink" Target="https://www.codewithharry.com/tutorial/html-inline-element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BE72-B89A-A851-2EF3-4B226E9F62EB}"/>
              </a:ext>
            </a:extLst>
          </p:cNvPr>
          <p:cNvSpPr>
            <a:spLocks noGrp="1"/>
          </p:cNvSpPr>
          <p:nvPr>
            <p:ph type="ctrTitle"/>
          </p:nvPr>
        </p:nvSpPr>
        <p:spPr/>
        <p:txBody>
          <a:bodyPr/>
          <a:lstStyle/>
          <a:p>
            <a:r>
              <a:rPr lang="en-IN" dirty="0"/>
              <a:t>HTML</a:t>
            </a:r>
          </a:p>
        </p:txBody>
      </p:sp>
      <p:sp>
        <p:nvSpPr>
          <p:cNvPr id="3" name="Subtitle 2">
            <a:extLst>
              <a:ext uri="{FF2B5EF4-FFF2-40B4-BE49-F238E27FC236}">
                <a16:creationId xmlns:a16="http://schemas.microsoft.com/office/drawing/2014/main" id="{04CAD6DF-0275-887A-F939-531DD05B8FD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380959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67D3E-F8AE-4572-DA91-40BC7C1A5D9A}"/>
              </a:ext>
            </a:extLst>
          </p:cNvPr>
          <p:cNvSpPr>
            <a:spLocks noGrp="1"/>
          </p:cNvSpPr>
          <p:nvPr>
            <p:ph type="ctrTitle"/>
          </p:nvPr>
        </p:nvSpPr>
        <p:spPr>
          <a:xfrm>
            <a:off x="1376768" y="394773"/>
            <a:ext cx="8967019" cy="303315"/>
          </a:xfrm>
        </p:spPr>
        <p:txBody>
          <a:bodyPr>
            <a:normAutofit fontScale="90000"/>
          </a:bodyPr>
          <a:lstStyle/>
          <a:p>
            <a:r>
              <a:rPr lang="en-IN" sz="2000" b="1" u="sng" dirty="0"/>
              <a:t>CHAPTER -- 1</a:t>
            </a:r>
          </a:p>
        </p:txBody>
      </p:sp>
      <p:sp>
        <p:nvSpPr>
          <p:cNvPr id="3" name="Subtitle 2">
            <a:extLst>
              <a:ext uri="{FF2B5EF4-FFF2-40B4-BE49-F238E27FC236}">
                <a16:creationId xmlns:a16="http://schemas.microsoft.com/office/drawing/2014/main" id="{FF7725AB-B319-27A2-F7FF-5185867505BF}"/>
              </a:ext>
            </a:extLst>
          </p:cNvPr>
          <p:cNvSpPr>
            <a:spLocks noGrp="1"/>
          </p:cNvSpPr>
          <p:nvPr>
            <p:ph type="subTitle" idx="1"/>
          </p:nvPr>
        </p:nvSpPr>
        <p:spPr>
          <a:xfrm>
            <a:off x="121298" y="698088"/>
            <a:ext cx="11933050" cy="6094597"/>
          </a:xfrm>
        </p:spPr>
        <p:txBody>
          <a:bodyPr>
            <a:normAutofit fontScale="92500" lnSpcReduction="20000"/>
          </a:bodyPr>
          <a:lstStyle/>
          <a:p>
            <a:pPr algn="l"/>
            <a:r>
              <a:rPr lang="en-IN" sz="1050" u="sng" dirty="0"/>
              <a:t>HTML </a:t>
            </a:r>
            <a:r>
              <a:rPr lang="en-IN" sz="1050" dirty="0"/>
              <a:t>:- Hyper Text Markup Language (</a:t>
            </a:r>
            <a:r>
              <a:rPr lang="en-US" sz="1050" b="0" i="0" dirty="0">
                <a:solidFill>
                  <a:srgbClr val="000000"/>
                </a:solidFill>
                <a:effectLst/>
                <a:latin typeface="Poppins" panose="020B0502040204020203" pitchFamily="2" charset="0"/>
              </a:rPr>
              <a:t>created by Tim Berners-Lee in 1991).</a:t>
            </a:r>
          </a:p>
          <a:p>
            <a:pPr algn="l"/>
            <a:r>
              <a:rPr lang="en-US" sz="1050" dirty="0"/>
              <a:t>HTML is the code that is used to structure a web page and its content.</a:t>
            </a:r>
          </a:p>
          <a:p>
            <a:pPr algn="l"/>
            <a:r>
              <a:rPr lang="en-US" sz="900" b="0" i="0" dirty="0">
                <a:solidFill>
                  <a:srgbClr val="000000"/>
                </a:solidFill>
                <a:effectLst/>
                <a:latin typeface="Poppins" panose="00000500000000000000" pitchFamily="2" charset="0"/>
              </a:rPr>
              <a:t>HTML consists of a set of tags contained within an HTML document, and the associated files typically have either a "</a:t>
            </a:r>
            <a:r>
              <a:rPr lang="en-US" sz="900" b="1" i="0" dirty="0">
                <a:solidFill>
                  <a:srgbClr val="000000"/>
                </a:solidFill>
                <a:effectLst/>
                <a:latin typeface="Poppins" panose="00000500000000000000" pitchFamily="2" charset="0"/>
              </a:rPr>
              <a:t>.html</a:t>
            </a:r>
            <a:r>
              <a:rPr lang="en-US" sz="900" b="0" i="0" dirty="0">
                <a:solidFill>
                  <a:srgbClr val="000000"/>
                </a:solidFill>
                <a:effectLst/>
                <a:latin typeface="Poppins" panose="00000500000000000000" pitchFamily="2" charset="0"/>
              </a:rPr>
              <a:t>" or "</a:t>
            </a:r>
            <a:r>
              <a:rPr lang="en-US" sz="900" b="1" i="0" dirty="0">
                <a:solidFill>
                  <a:srgbClr val="000000"/>
                </a:solidFill>
                <a:effectLst/>
                <a:latin typeface="Poppins" panose="00000500000000000000" pitchFamily="2" charset="0"/>
              </a:rPr>
              <a:t>.</a:t>
            </a:r>
            <a:r>
              <a:rPr lang="en-US" sz="900" b="1" i="0" dirty="0" err="1">
                <a:solidFill>
                  <a:srgbClr val="000000"/>
                </a:solidFill>
                <a:effectLst/>
                <a:latin typeface="Poppins" panose="00000500000000000000" pitchFamily="2" charset="0"/>
              </a:rPr>
              <a:t>htm</a:t>
            </a:r>
            <a:r>
              <a:rPr lang="en-US" sz="900" b="0" i="0" dirty="0">
                <a:solidFill>
                  <a:srgbClr val="000000"/>
                </a:solidFill>
                <a:effectLst/>
                <a:latin typeface="Poppins" panose="00000500000000000000" pitchFamily="2" charset="0"/>
              </a:rPr>
              <a:t>" extension and </a:t>
            </a:r>
            <a:r>
              <a:rPr lang="en-US" sz="800" b="0" i="0" dirty="0">
                <a:solidFill>
                  <a:srgbClr val="000000"/>
                </a:solidFill>
                <a:effectLst/>
                <a:latin typeface="Poppins" panose="00000500000000000000" pitchFamily="2" charset="0"/>
              </a:rPr>
              <a:t>HTML5 being the most recent version.</a:t>
            </a:r>
            <a:r>
              <a:rPr lang="en-US" sz="900" b="0" i="0" dirty="0">
                <a:solidFill>
                  <a:srgbClr val="000000"/>
                </a:solidFill>
                <a:effectLst/>
                <a:latin typeface="Poppins" panose="00000500000000000000" pitchFamily="2" charset="0"/>
              </a:rPr>
              <a:t> </a:t>
            </a:r>
            <a:endParaRPr lang="en-US" sz="900" dirty="0">
              <a:solidFill>
                <a:srgbClr val="000000"/>
              </a:solidFill>
              <a:latin typeface="Poppins" panose="00000500000000000000" pitchFamily="2" charset="0"/>
            </a:endParaRPr>
          </a:p>
          <a:p>
            <a:pPr algn="l"/>
            <a:r>
              <a:rPr lang="en-US" sz="1050" dirty="0"/>
              <a:t>The component used to design the structure of websites are called HTML tags.</a:t>
            </a:r>
            <a:br>
              <a:rPr lang="en-US" sz="900" dirty="0"/>
            </a:br>
            <a:r>
              <a:rPr lang="en-US" sz="900" b="1" i="0" dirty="0">
                <a:effectLst/>
                <a:latin typeface="Poppins" panose="00000500000000000000" pitchFamily="2" charset="0"/>
              </a:rPr>
              <a:t>Features of HTML</a:t>
            </a:r>
          </a:p>
          <a:p>
            <a:pPr algn="l">
              <a:buFont typeface="Arial" panose="020B0604020202020204" pitchFamily="34" charset="0"/>
              <a:buChar char="•"/>
            </a:pPr>
            <a:r>
              <a:rPr lang="en-US" sz="800" b="0" i="0" dirty="0">
                <a:solidFill>
                  <a:srgbClr val="000000"/>
                </a:solidFill>
                <a:effectLst/>
                <a:latin typeface="Poppins" panose="00000500000000000000" pitchFamily="2" charset="0"/>
              </a:rPr>
              <a:t>It is platform-independent. For example, Chrome displays the same pages identically across different operating systems such as Mac, Linux, and Windows.</a:t>
            </a:r>
          </a:p>
          <a:p>
            <a:pPr algn="l">
              <a:buFont typeface="Arial" panose="020B0604020202020204" pitchFamily="34" charset="0"/>
              <a:buChar char="•"/>
            </a:pPr>
            <a:r>
              <a:rPr lang="en-US" sz="800" b="0" i="0" dirty="0">
                <a:solidFill>
                  <a:srgbClr val="000000"/>
                </a:solidFill>
                <a:effectLst/>
                <a:latin typeface="Poppins" panose="00000500000000000000" pitchFamily="2" charset="0"/>
              </a:rPr>
              <a:t>Images, videos, and audio can be added to a web page (For example - YouTube shows videos on their website)</a:t>
            </a:r>
          </a:p>
          <a:p>
            <a:pPr algn="l">
              <a:buFont typeface="Arial" panose="020B0604020202020204" pitchFamily="34" charset="0"/>
              <a:buChar char="•"/>
            </a:pPr>
            <a:r>
              <a:rPr lang="en-US" sz="800" b="0" i="0" dirty="0">
                <a:solidFill>
                  <a:srgbClr val="000000"/>
                </a:solidFill>
                <a:effectLst/>
                <a:latin typeface="Poppins" panose="00000500000000000000" pitchFamily="2" charset="0"/>
              </a:rPr>
              <a:t>HTML is a markup language and not a programming language and It can be integrated with other languages like CSS, JavaScript, etc. to show interactive (or dynamic) web pages.</a:t>
            </a:r>
          </a:p>
          <a:p>
            <a:pPr algn="l"/>
            <a:r>
              <a:rPr lang="en-US" sz="900" b="1" i="0" dirty="0">
                <a:effectLst/>
                <a:latin typeface="Poppins" panose="00000500000000000000" pitchFamily="2" charset="0"/>
              </a:rPr>
              <a:t>Why the Term </a:t>
            </a:r>
            <a:r>
              <a:rPr lang="en-US" sz="900" b="1" i="0" dirty="0" err="1">
                <a:effectLst/>
                <a:latin typeface="Poppins" panose="00000500000000000000" pitchFamily="2" charset="0"/>
              </a:rPr>
              <a:t>HyperText</a:t>
            </a:r>
            <a:r>
              <a:rPr lang="en-US" sz="900" b="1" i="0" dirty="0">
                <a:effectLst/>
                <a:latin typeface="Poppins" panose="00000500000000000000" pitchFamily="2" charset="0"/>
              </a:rPr>
              <a:t> &amp; Markup Language?</a:t>
            </a:r>
          </a:p>
          <a:p>
            <a:pPr algn="l"/>
            <a:r>
              <a:rPr lang="en-US" sz="800" b="0" i="0" dirty="0">
                <a:solidFill>
                  <a:srgbClr val="000000"/>
                </a:solidFill>
                <a:effectLst/>
                <a:latin typeface="Poppins" panose="00000500000000000000" pitchFamily="2" charset="0"/>
              </a:rPr>
              <a:t>'Hypertext Markup Language' is composed of two main words: 'hypertext' and 'markup language.' 'Hypertext' refers to the linking of text with other documents, while 'markup language' denotes a language that utilizes a specific set of tags. Thus, HTML is the practice of displaying text, graphics, audio, video etc. in a certain way using special tags.</a:t>
            </a:r>
          </a:p>
          <a:p>
            <a:pPr algn="l"/>
            <a:r>
              <a:rPr lang="en-US" sz="800" b="0" i="0" dirty="0">
                <a:solidFill>
                  <a:srgbClr val="000000"/>
                </a:solidFill>
                <a:effectLst/>
                <a:latin typeface="Poppins" panose="00000500000000000000" pitchFamily="2" charset="0"/>
              </a:rPr>
              <a:t>(We can open a webpage of our choice by right-click on the browser, and select 'View Page Source,' and then you will see the HTML code for that page).</a:t>
            </a:r>
            <a:endParaRPr lang="en-US" sz="800" dirty="0">
              <a:solidFill>
                <a:srgbClr val="000000"/>
              </a:solidFill>
              <a:latin typeface="Poppins" panose="00000500000000000000" pitchFamily="2" charset="0"/>
            </a:endParaRPr>
          </a:p>
          <a:p>
            <a:pPr algn="l"/>
            <a:r>
              <a:rPr lang="en-US" sz="1000" b="1" i="1" dirty="0"/>
              <a:t>HTML : -- Structure/layout          CSS :-- Style             JS :-- Logic</a:t>
            </a:r>
          </a:p>
          <a:p>
            <a:pPr algn="l"/>
            <a:r>
              <a:rPr lang="en-US" sz="800" b="1" i="0" dirty="0">
                <a:effectLst/>
                <a:latin typeface="Poppins" panose="00000500000000000000" pitchFamily="2" charset="0"/>
              </a:rPr>
              <a:t> Rendered Page: </a:t>
            </a:r>
            <a:r>
              <a:rPr lang="en-US" sz="800" b="0" i="0" dirty="0">
                <a:solidFill>
                  <a:srgbClr val="000000"/>
                </a:solidFill>
                <a:effectLst/>
                <a:latin typeface="Poppins" panose="00000500000000000000" pitchFamily="2" charset="0"/>
              </a:rPr>
              <a:t>The rendered page is the output screen of our HTML Document which is the page displayed on the browser.</a:t>
            </a:r>
          </a:p>
          <a:p>
            <a:pPr algn="l"/>
            <a:r>
              <a:rPr lang="en-US" sz="1050" b="1" u="sng" dirty="0"/>
              <a:t>First HTML File </a:t>
            </a:r>
            <a:r>
              <a:rPr lang="en-US" sz="1050" dirty="0"/>
              <a:t>:-- </a:t>
            </a:r>
            <a:r>
              <a:rPr lang="en-US" sz="1050" b="1" dirty="0"/>
              <a:t>index.html </a:t>
            </a:r>
            <a:r>
              <a:rPr lang="en-US" sz="1050" dirty="0"/>
              <a:t>, it is the default name for a website's homepage , special file name presented when the website root address is typed.</a:t>
            </a:r>
          </a:p>
          <a:p>
            <a:pPr algn="l"/>
            <a:r>
              <a:rPr lang="en-IN" sz="1050" b="1" i="1" u="sng" dirty="0"/>
              <a:t>Basic HTML Page</a:t>
            </a:r>
          </a:p>
          <a:p>
            <a:pPr algn="l"/>
            <a:r>
              <a:rPr lang="en-IN" sz="1050" b="1" dirty="0"/>
              <a:t>&lt;!DOCTYPE html&gt;</a:t>
            </a:r>
            <a:r>
              <a:rPr lang="en-IN" sz="1050" dirty="0"/>
              <a:t>	            </a:t>
            </a:r>
            <a:r>
              <a:rPr lang="en-US" sz="1050" dirty="0"/>
              <a:t>tells browser you are using HTML5</a:t>
            </a:r>
            <a:endParaRPr lang="en-IN" sz="1050" dirty="0"/>
          </a:p>
          <a:p>
            <a:pPr algn="l"/>
            <a:r>
              <a:rPr lang="en-IN" sz="1050" b="1" dirty="0"/>
              <a:t>&lt;html&gt;</a:t>
            </a:r>
            <a:r>
              <a:rPr lang="en-IN" sz="1050" dirty="0"/>
              <a:t>		           root of an html document { &lt;html lang="</a:t>
            </a:r>
            <a:r>
              <a:rPr lang="en-IN" sz="1050" dirty="0" err="1"/>
              <a:t>en</a:t>
            </a:r>
            <a:r>
              <a:rPr lang="en-IN" sz="1050" dirty="0"/>
              <a:t>"&gt;  -- can be used instead of &lt;html&gt; as it is used as html attribute to give more information like language (which an be anything here is </a:t>
            </a:r>
            <a:r>
              <a:rPr lang="en-IN" sz="1050" dirty="0" err="1"/>
              <a:t>english</a:t>
            </a:r>
            <a:r>
              <a:rPr lang="en-IN" sz="1050" dirty="0"/>
              <a:t>)}</a:t>
            </a:r>
          </a:p>
          <a:p>
            <a:pPr algn="l"/>
            <a:r>
              <a:rPr lang="en-IN" sz="1050" b="1" dirty="0"/>
              <a:t>&lt;head&gt;</a:t>
            </a:r>
            <a:r>
              <a:rPr lang="en-IN" sz="1050" dirty="0"/>
              <a:t>		           container for metadata </a:t>
            </a:r>
            <a:r>
              <a:rPr lang="en-US" sz="900" b="0" i="0" dirty="0">
                <a:solidFill>
                  <a:srgbClr val="000000"/>
                </a:solidFill>
                <a:effectLst/>
                <a:latin typeface="Poppins" panose="00000500000000000000" pitchFamily="2" charset="0"/>
              </a:rPr>
              <a:t>and links to scripts and stylesheets.</a:t>
            </a:r>
            <a:endParaRPr lang="en-IN" sz="1050" dirty="0"/>
          </a:p>
          <a:p>
            <a:pPr algn="l"/>
            <a:r>
              <a:rPr lang="en-IN" sz="1050" b="1" dirty="0"/>
              <a:t>&lt;title&gt;My First Page&lt;/title&gt;</a:t>
            </a:r>
            <a:r>
              <a:rPr lang="en-IN" sz="1050" dirty="0"/>
              <a:t>	           page title  (</a:t>
            </a:r>
            <a:r>
              <a:rPr lang="en-US" sz="900" b="0" i="0" dirty="0">
                <a:solidFill>
                  <a:srgbClr val="000000"/>
                </a:solidFill>
                <a:effectLst/>
                <a:latin typeface="Poppins" panose="00000500000000000000" pitchFamily="2" charset="0"/>
              </a:rPr>
              <a:t>sets the title of the web page, which is displayed in the browser's title bar or tab).</a:t>
            </a:r>
            <a:endParaRPr lang="en-IN" sz="1050" dirty="0"/>
          </a:p>
          <a:p>
            <a:pPr algn="l"/>
            <a:r>
              <a:rPr lang="en-IN" sz="1050" b="1" dirty="0"/>
              <a:t>&lt;/head&gt;</a:t>
            </a:r>
            <a:r>
              <a:rPr lang="en-IN" sz="1050" dirty="0"/>
              <a:t>		           </a:t>
            </a:r>
          </a:p>
          <a:p>
            <a:pPr algn="l"/>
            <a:r>
              <a:rPr lang="en-IN" sz="1050" b="1" dirty="0"/>
              <a:t>&lt;body&gt;</a:t>
            </a:r>
            <a:r>
              <a:rPr lang="en-IN" sz="1050" dirty="0"/>
              <a:t>		          </a:t>
            </a:r>
            <a:r>
              <a:rPr lang="en-US" sz="1050" dirty="0"/>
              <a:t>contains all data rendered by the browser</a:t>
            </a:r>
            <a:endParaRPr lang="en-IN" sz="1050" dirty="0"/>
          </a:p>
          <a:p>
            <a:pPr algn="l"/>
            <a:r>
              <a:rPr lang="en-IN" sz="1050" b="1" dirty="0"/>
              <a:t>&lt;h1&gt; This is a heading tag &lt;/h1&gt;</a:t>
            </a:r>
            <a:r>
              <a:rPr lang="en-IN" sz="1050" dirty="0"/>
              <a:t>	           heading tag</a:t>
            </a:r>
          </a:p>
          <a:p>
            <a:pPr algn="l"/>
            <a:r>
              <a:rPr lang="en-IN" sz="1050" b="1" dirty="0"/>
              <a:t>&lt;p&gt;hello world&lt;/p&gt;</a:t>
            </a:r>
            <a:r>
              <a:rPr lang="en-IN" sz="1050" dirty="0"/>
              <a:t>	          paragraph tag</a:t>
            </a:r>
          </a:p>
          <a:p>
            <a:pPr algn="l"/>
            <a:r>
              <a:rPr lang="en-IN" sz="1050" b="1" dirty="0"/>
              <a:t>&lt;/body&gt;</a:t>
            </a:r>
            <a:r>
              <a:rPr lang="en-IN" sz="1050" dirty="0"/>
              <a:t>		          closing body tag</a:t>
            </a:r>
          </a:p>
          <a:p>
            <a:pPr algn="l"/>
            <a:r>
              <a:rPr lang="en-IN" sz="1050" b="1" dirty="0"/>
              <a:t>&lt;/html&gt;</a:t>
            </a:r>
          </a:p>
          <a:p>
            <a:pPr algn="l"/>
            <a:r>
              <a:rPr lang="en-US" sz="1050" dirty="0"/>
              <a:t>A tag is like a container  for either content or other html tags.</a:t>
            </a:r>
            <a:br>
              <a:rPr lang="en-US" sz="1050" dirty="0"/>
            </a:br>
            <a:endParaRPr lang="en-US" sz="1050" b="0" i="0" dirty="0">
              <a:solidFill>
                <a:srgbClr val="000000"/>
              </a:solidFill>
              <a:effectLst/>
              <a:latin typeface="Poppins" panose="00000500000000000000" pitchFamily="2" charset="0"/>
            </a:endParaRPr>
          </a:p>
          <a:p>
            <a:pPr algn="l"/>
            <a:endParaRPr lang="en-US" sz="800" b="0" i="0" dirty="0">
              <a:solidFill>
                <a:srgbClr val="000000"/>
              </a:solidFill>
              <a:effectLst/>
              <a:latin typeface="Poppins" panose="00000500000000000000" pitchFamily="2" charset="0"/>
            </a:endParaRPr>
          </a:p>
          <a:p>
            <a:pPr algn="l"/>
            <a:endParaRPr lang="en-IN" sz="1050" dirty="0"/>
          </a:p>
          <a:p>
            <a:pPr algn="l"/>
            <a:endParaRPr lang="en-IN" sz="1200" u="sng" dirty="0"/>
          </a:p>
          <a:p>
            <a:pPr algn="l"/>
            <a:endParaRPr lang="en-IN" sz="1200" u="sng" dirty="0"/>
          </a:p>
          <a:p>
            <a:pPr algn="l"/>
            <a:endParaRPr lang="en-IN" sz="1200" u="sng" dirty="0"/>
          </a:p>
          <a:p>
            <a:pPr algn="l"/>
            <a:endParaRPr lang="en-IN" sz="1200" u="sng" dirty="0"/>
          </a:p>
        </p:txBody>
      </p:sp>
    </p:spTree>
    <p:extLst>
      <p:ext uri="{BB962C8B-B14F-4D97-AF65-F5344CB8AC3E}">
        <p14:creationId xmlns:p14="http://schemas.microsoft.com/office/powerpoint/2010/main" val="3142636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B33EB-2DA5-D1BA-FD43-C59FAB3742CF}"/>
              </a:ext>
            </a:extLst>
          </p:cNvPr>
          <p:cNvSpPr>
            <a:spLocks noGrp="1"/>
          </p:cNvSpPr>
          <p:nvPr>
            <p:ph type="ctrTitle"/>
          </p:nvPr>
        </p:nvSpPr>
        <p:spPr>
          <a:xfrm>
            <a:off x="12068547" y="6699640"/>
            <a:ext cx="123452" cy="158360"/>
          </a:xfrm>
        </p:spPr>
        <p:txBody>
          <a:bodyPr>
            <a:normAutofit fontScale="90000"/>
          </a:bodyPr>
          <a:lstStyle/>
          <a:p>
            <a:r>
              <a:rPr lang="en-IN" sz="800" dirty="0"/>
              <a:t>2</a:t>
            </a:r>
          </a:p>
        </p:txBody>
      </p:sp>
      <p:sp>
        <p:nvSpPr>
          <p:cNvPr id="3" name="Subtitle 2">
            <a:extLst>
              <a:ext uri="{FF2B5EF4-FFF2-40B4-BE49-F238E27FC236}">
                <a16:creationId xmlns:a16="http://schemas.microsoft.com/office/drawing/2014/main" id="{E320D23B-BC78-5289-3130-4FF2AE014A69}"/>
              </a:ext>
            </a:extLst>
          </p:cNvPr>
          <p:cNvSpPr>
            <a:spLocks noGrp="1"/>
          </p:cNvSpPr>
          <p:nvPr>
            <p:ph type="subTitle" idx="1"/>
          </p:nvPr>
        </p:nvSpPr>
        <p:spPr>
          <a:xfrm>
            <a:off x="127000" y="114300"/>
            <a:ext cx="11836400" cy="6585340"/>
          </a:xfrm>
        </p:spPr>
        <p:txBody>
          <a:bodyPr>
            <a:normAutofit/>
          </a:bodyPr>
          <a:lstStyle/>
          <a:p>
            <a:pPr algn="l"/>
            <a:r>
              <a:rPr lang="en-US" sz="1050" u="sng" dirty="0"/>
              <a:t>Important notes</a:t>
            </a:r>
            <a:r>
              <a:rPr lang="en-US" sz="1050" dirty="0"/>
              <a:t>:--</a:t>
            </a:r>
            <a:endParaRPr lang="en-US" sz="1050" u="sng" dirty="0"/>
          </a:p>
          <a:p>
            <a:pPr algn="l"/>
            <a:r>
              <a:rPr lang="en-US" sz="1050" dirty="0"/>
              <a:t>1) Html tag is parent of head &amp; body tag     2) Most of html elements have opening &amp; closing tags with content in between     3) Some tags have no content in between called empty tags </a:t>
            </a:r>
            <a:r>
              <a:rPr lang="en-US" sz="1050" dirty="0" err="1"/>
              <a:t>eg</a:t>
            </a:r>
            <a:r>
              <a:rPr lang="en-US" sz="1050" dirty="0"/>
              <a:t> - &lt;</a:t>
            </a:r>
            <a:r>
              <a:rPr lang="en-US" sz="1050" dirty="0" err="1"/>
              <a:t>br</a:t>
            </a:r>
            <a:r>
              <a:rPr lang="en-US" sz="1050" dirty="0"/>
              <a:t>&gt;</a:t>
            </a:r>
          </a:p>
          <a:p>
            <a:pPr algn="l"/>
            <a:r>
              <a:rPr lang="en-US" sz="1050" dirty="0"/>
              <a:t>4) We can use inspect element/view page source to edit html</a:t>
            </a:r>
          </a:p>
          <a:p>
            <a:pPr algn="l"/>
            <a:r>
              <a:rPr lang="en-US" sz="1050" i="1" dirty="0"/>
              <a:t>“ HTML element = start tag + content + end tag “ </a:t>
            </a:r>
          </a:p>
          <a:p>
            <a:pPr algn="l"/>
            <a:r>
              <a:rPr lang="en-US" sz="1050" i="1" u="sng" dirty="0">
                <a:highlight>
                  <a:srgbClr val="FFFF00"/>
                </a:highlight>
              </a:rPr>
              <a:t>Comments in HTML </a:t>
            </a:r>
            <a:r>
              <a:rPr lang="en-US" sz="1050" i="1" dirty="0">
                <a:highlight>
                  <a:srgbClr val="FFFF00"/>
                </a:highlight>
              </a:rPr>
              <a:t>:-    &lt;!-- This is an HTML Comment --&gt;  </a:t>
            </a:r>
            <a:r>
              <a:rPr lang="en-US" sz="1050" i="1" dirty="0"/>
              <a:t>     (</a:t>
            </a:r>
            <a:r>
              <a:rPr lang="en-US" sz="900" b="0" i="0" dirty="0">
                <a:solidFill>
                  <a:srgbClr val="000000"/>
                </a:solidFill>
                <a:effectLst/>
                <a:latin typeface="Poppins" panose="00000500000000000000" pitchFamily="2" charset="0"/>
              </a:rPr>
              <a:t>HTML supports both single-line and multi-line comments.)</a:t>
            </a:r>
          </a:p>
          <a:p>
            <a:pPr algn="l"/>
            <a:endParaRPr lang="en-US" sz="1050" i="1" dirty="0"/>
          </a:p>
          <a:p>
            <a:pPr algn="l"/>
            <a:endParaRPr lang="en-US" sz="900" b="1" i="1" dirty="0"/>
          </a:p>
          <a:p>
            <a:pPr algn="l"/>
            <a:endParaRPr lang="en-US" sz="900" b="1" i="1" dirty="0"/>
          </a:p>
          <a:p>
            <a:pPr algn="l"/>
            <a:r>
              <a:rPr lang="en-US" sz="900" b="1" i="1" dirty="0"/>
              <a:t>HTML is NOT case sensitive</a:t>
            </a:r>
          </a:p>
          <a:p>
            <a:pPr algn="l"/>
            <a:r>
              <a:rPr lang="en-US" sz="900" i="1" u="sng" dirty="0"/>
              <a:t>Examples</a:t>
            </a:r>
            <a:r>
              <a:rPr lang="en-US" sz="900" i="1" dirty="0"/>
              <a:t>:-  &lt;p&gt; = &lt;P&gt;  ,  &lt;html&gt; = &lt;HTML&gt;   ,  &lt;head&gt; = &lt;HEAD&gt;  ,  &lt;body&gt; = &lt;BODY&gt;</a:t>
            </a:r>
          </a:p>
          <a:p>
            <a:pPr algn="l"/>
            <a:r>
              <a:rPr lang="en-IN" sz="900" b="1" i="1" dirty="0"/>
              <a:t>HTML TAGS :- </a:t>
            </a:r>
            <a:r>
              <a:rPr lang="en-IN" sz="900" dirty="0"/>
              <a:t>All types of html tags are there in this ----   </a:t>
            </a:r>
            <a:r>
              <a:rPr lang="en-IN" sz="900" dirty="0">
                <a:hlinkClick r:id="rId3"/>
              </a:rPr>
              <a:t>https://www.codewithharry.com/tutorial/html-tags/</a:t>
            </a:r>
            <a:endParaRPr lang="en-IN" sz="900" dirty="0"/>
          </a:p>
          <a:p>
            <a:pPr algn="l"/>
            <a:r>
              <a:rPr lang="en-IN" sz="900" b="1" dirty="0"/>
              <a:t>Nested HTML Elements :- </a:t>
            </a:r>
            <a:r>
              <a:rPr lang="en-US" sz="800" i="0" dirty="0">
                <a:solidFill>
                  <a:srgbClr val="000000"/>
                </a:solidFill>
                <a:effectLst/>
                <a:latin typeface="Poppins" panose="00000500000000000000" pitchFamily="2" charset="0"/>
              </a:rPr>
              <a:t>Nested HTML Element = One HTML Element Inside Another HTML Element . </a:t>
            </a:r>
            <a:r>
              <a:rPr lang="en-US" sz="800" b="0" i="0" dirty="0">
                <a:solidFill>
                  <a:srgbClr val="000000"/>
                </a:solidFill>
                <a:effectLst/>
                <a:latin typeface="Poppins" panose="00000500000000000000" pitchFamily="2" charset="0"/>
              </a:rPr>
              <a:t> </a:t>
            </a:r>
            <a:r>
              <a:rPr lang="en-US" sz="800" b="0" i="1" dirty="0">
                <a:solidFill>
                  <a:srgbClr val="000000"/>
                </a:solidFill>
                <a:effectLst/>
                <a:latin typeface="Poppins" panose="00000500000000000000" pitchFamily="2" charset="0"/>
              </a:rPr>
              <a:t>example</a:t>
            </a:r>
            <a:r>
              <a:rPr lang="en-US" sz="800" b="0" i="0" dirty="0">
                <a:solidFill>
                  <a:srgbClr val="000000"/>
                </a:solidFill>
                <a:effectLst/>
                <a:latin typeface="Poppins" panose="00000500000000000000" pitchFamily="2" charset="0"/>
              </a:rPr>
              <a:t> :- &lt;h1&gt;&lt;b&gt;This is our first heading&lt;/b&gt;&lt;/h1&gt; , </a:t>
            </a:r>
            <a:r>
              <a:rPr lang="en-US" sz="800" dirty="0">
                <a:solidFill>
                  <a:srgbClr val="000000"/>
                </a:solidFill>
                <a:latin typeface="Poppins" panose="00000500000000000000" pitchFamily="2" charset="0"/>
                <a:cs typeface="Poppins" panose="00000500000000000000" pitchFamily="2" charset="0"/>
              </a:rPr>
              <a:t>here</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the </a:t>
            </a:r>
            <a:r>
              <a:rPr kumimoji="0" lang="en-US" altLang="en-US" sz="800" b="0" i="0" u="none" strike="noStrike" cap="none" normalizeH="0" baseline="0" dirty="0">
                <a:ln>
                  <a:noFill/>
                </a:ln>
                <a:solidFill>
                  <a:srgbClr val="000000"/>
                </a:solidFill>
                <a:effectLst/>
                <a:latin typeface="ui-monospace"/>
              </a:rPr>
              <a:t>&lt;b&gt;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element (child) is nested inside the </a:t>
            </a:r>
            <a:r>
              <a:rPr kumimoji="0" lang="en-US" altLang="en-US" sz="800" b="0" i="0" u="none" strike="noStrike" cap="none" normalizeH="0" baseline="0" dirty="0">
                <a:ln>
                  <a:noFill/>
                </a:ln>
                <a:solidFill>
                  <a:srgbClr val="000000"/>
                </a:solidFill>
                <a:effectLst/>
                <a:latin typeface="ui-monospace"/>
              </a:rPr>
              <a:t>&lt;h1&gt;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element (parent).</a:t>
            </a:r>
            <a:r>
              <a:rPr kumimoji="0" lang="en-US" altLang="en-US" sz="800" b="0" i="0" u="none" strike="noStrike" cap="none" normalizeH="0" baseline="0" dirty="0">
                <a:ln>
                  <a:noFill/>
                </a:ln>
                <a:solidFill>
                  <a:schemeClr val="tx1"/>
                </a:solidFill>
                <a:effectLst/>
              </a:rPr>
              <a:t> </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algn="l"/>
            <a:r>
              <a:rPr lang="en-IN" sz="800" b="1" i="0" dirty="0">
                <a:effectLst/>
                <a:latin typeface="Poppins" panose="00000500000000000000" pitchFamily="2" charset="0"/>
              </a:rPr>
              <a:t>HTML Tags vs. Elements</a:t>
            </a:r>
          </a:p>
          <a:p>
            <a:pPr algn="l"/>
            <a:r>
              <a:rPr lang="en-IN" sz="800" b="1" i="0" dirty="0">
                <a:effectLst/>
                <a:latin typeface="Poppins" panose="00000500000000000000" pitchFamily="2" charset="0"/>
              </a:rPr>
              <a:t>HTML Tags </a:t>
            </a:r>
            <a:r>
              <a:rPr lang="en-IN" sz="800" i="0" dirty="0">
                <a:effectLst/>
                <a:latin typeface="Poppins" panose="00000500000000000000" pitchFamily="2" charset="0"/>
              </a:rPr>
              <a:t>:-</a:t>
            </a:r>
            <a:r>
              <a:rPr lang="en-IN" sz="800" b="1" i="0" dirty="0">
                <a:effectLst/>
                <a:latin typeface="Poppins" panose="00000500000000000000" pitchFamily="2" charset="0"/>
              </a:rPr>
              <a:t>  </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HTML tags are the markers that define the start and end of an element. They are wrapped in angle brackets, like </a:t>
            </a:r>
            <a:r>
              <a:rPr kumimoji="0" lang="en-US" altLang="en-US" sz="800" b="0" i="0" u="none" strike="noStrike" cap="none" normalizeH="0" baseline="0" dirty="0">
                <a:ln>
                  <a:noFill/>
                </a:ln>
                <a:solidFill>
                  <a:srgbClr val="000000"/>
                </a:solidFill>
                <a:effectLst/>
                <a:latin typeface="ui-monospace"/>
              </a:rPr>
              <a:t>&lt;p&gt;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and </a:t>
            </a:r>
            <a:r>
              <a:rPr kumimoji="0" lang="en-US" altLang="en-US" sz="800" b="0" i="0" u="none" strike="noStrike" cap="none" normalizeH="0" baseline="0" dirty="0">
                <a:ln>
                  <a:noFill/>
                </a:ln>
                <a:solidFill>
                  <a:srgbClr val="000000"/>
                </a:solidFill>
                <a:effectLst/>
                <a:latin typeface="ui-monospace"/>
              </a:rPr>
              <a:t>&lt;/p&gt;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t>
            </a:r>
            <a:r>
              <a:rPr kumimoji="0" lang="en-US" altLang="en-US" sz="800" b="0" i="0" u="none" strike="noStrike" cap="none" normalizeH="0" baseline="0" dirty="0">
                <a:ln>
                  <a:noFill/>
                </a:ln>
                <a:solidFill>
                  <a:schemeClr val="tx1"/>
                </a:solidFill>
                <a:effectLst/>
              </a:rPr>
              <a:t> </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algn="l"/>
            <a:r>
              <a:rPr lang="en-IN" sz="800" b="1" i="0" dirty="0">
                <a:effectLst/>
                <a:latin typeface="Poppins" panose="00000500000000000000" pitchFamily="2" charset="0"/>
              </a:rPr>
              <a:t>HTML Elements </a:t>
            </a:r>
            <a:r>
              <a:rPr lang="en-IN" sz="800" i="0" dirty="0">
                <a:effectLst/>
                <a:latin typeface="Poppins" panose="00000500000000000000" pitchFamily="2" charset="0"/>
              </a:rPr>
              <a:t>:-</a:t>
            </a:r>
            <a:r>
              <a:rPr lang="en-IN" sz="800" b="1" i="0" dirty="0">
                <a:effectLst/>
                <a:latin typeface="Poppins" panose="00000500000000000000" pitchFamily="2" charset="0"/>
              </a:rPr>
              <a:t>  </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An HTML element includes an opening tag, content, and a closing tag, forming a complete set. For example, </a:t>
            </a:r>
            <a:r>
              <a:rPr kumimoji="0" lang="en-US" altLang="en-US" sz="800" b="0" i="0" u="none" strike="noStrike" cap="none" normalizeH="0" baseline="0" dirty="0">
                <a:ln>
                  <a:noFill/>
                </a:ln>
                <a:solidFill>
                  <a:srgbClr val="000000"/>
                </a:solidFill>
                <a:effectLst/>
                <a:latin typeface="ui-monospace"/>
                <a:cs typeface="Poppins" panose="00000500000000000000" pitchFamily="2" charset="0"/>
              </a:rPr>
              <a:t>&lt;p&gt;This is a paragraph.&lt;/p&gt;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t>
            </a:r>
            <a:endParaRPr kumimoji="0" lang="en-US" altLang="en-US" sz="800" b="0" i="0" u="none" strike="noStrike" cap="none" normalizeH="0" baseline="0" dirty="0">
              <a:ln>
                <a:noFill/>
              </a:ln>
              <a:solidFill>
                <a:schemeClr val="tx1"/>
              </a:solidFill>
              <a:effectLst/>
            </a:endParaRPr>
          </a:p>
          <a:p>
            <a:pPr algn="l"/>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(Self-closing or void elements like </a:t>
            </a:r>
            <a:r>
              <a:rPr kumimoji="0" lang="en-US" altLang="en-US" sz="800" b="0" i="0" u="none" strike="noStrike" cap="none" normalizeH="0" baseline="0" dirty="0">
                <a:ln>
                  <a:noFill/>
                </a:ln>
                <a:solidFill>
                  <a:srgbClr val="000000"/>
                </a:solidFill>
                <a:effectLst/>
                <a:latin typeface="ui-monospace"/>
                <a:cs typeface="Poppins" panose="00000500000000000000" pitchFamily="2" charset="0"/>
              </a:rPr>
              <a:t>&lt;</a:t>
            </a:r>
            <a:r>
              <a:rPr kumimoji="0" lang="en-US" altLang="en-US" sz="800" b="0" i="0" u="none" strike="noStrike" cap="none" normalizeH="0" baseline="0" dirty="0" err="1">
                <a:ln>
                  <a:noFill/>
                </a:ln>
                <a:solidFill>
                  <a:srgbClr val="000000"/>
                </a:solidFill>
                <a:effectLst/>
                <a:latin typeface="ui-monospace"/>
                <a:cs typeface="Poppins" panose="00000500000000000000" pitchFamily="2" charset="0"/>
              </a:rPr>
              <a:t>br</a:t>
            </a:r>
            <a:r>
              <a:rPr kumimoji="0" lang="en-US" altLang="en-US" sz="800" b="0" i="0" u="none" strike="noStrike" cap="none" normalizeH="0" baseline="0" dirty="0">
                <a:ln>
                  <a:noFill/>
                </a:ln>
                <a:solidFill>
                  <a:srgbClr val="000000"/>
                </a:solidFill>
                <a:effectLst/>
                <a:latin typeface="ui-monospace"/>
                <a:cs typeface="Poppins" panose="00000500000000000000" pitchFamily="2" charset="0"/>
              </a:rPr>
              <a:t> /&gt;</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are still considered elements, even though they don't have a closing tag or content.)</a:t>
            </a:r>
          </a:p>
          <a:p>
            <a:pPr algn="l"/>
            <a:r>
              <a:rPr lang="en-IN" sz="800" b="1" i="0" dirty="0">
                <a:effectLst/>
                <a:latin typeface="Poppins" panose="00000500000000000000" pitchFamily="2" charset="0"/>
              </a:rPr>
              <a:t>ID : - </a:t>
            </a:r>
            <a:r>
              <a:rPr lang="en-US" sz="800" b="0" i="0" dirty="0">
                <a:solidFill>
                  <a:srgbClr val="000000"/>
                </a:solidFill>
                <a:effectLst/>
                <a:latin typeface="Poppins" panose="00000500000000000000" pitchFamily="2" charset="0"/>
              </a:rPr>
              <a:t>An ID is an attribute, a unique identifier assigned to only one HTML element within a page. It is often used for unique styling and JavaScript manipulations.</a:t>
            </a:r>
          </a:p>
          <a:p>
            <a:pPr algn="l"/>
            <a:r>
              <a:rPr lang="en-US" altLang="en-US" sz="800" i="1" dirty="0">
                <a:solidFill>
                  <a:srgbClr val="000000"/>
                </a:solidFill>
                <a:latin typeface="Poppins" panose="00000500000000000000" pitchFamily="2" charset="0"/>
                <a:cs typeface="Poppins" panose="00000500000000000000" pitchFamily="2" charset="0"/>
              </a:rPr>
              <a:t>example:  :- </a:t>
            </a:r>
            <a:r>
              <a:rPr lang="en-IN" sz="800" dirty="0"/>
              <a:t>	&lt;div id="</a:t>
            </a:r>
            <a:r>
              <a:rPr lang="en-IN" sz="800" dirty="0" err="1"/>
              <a:t>myUniqueID</a:t>
            </a:r>
            <a:r>
              <a:rPr lang="en-IN" sz="800" dirty="0"/>
              <a:t>"&gt;This is a div with an ID.&lt;/div&gt;</a:t>
            </a:r>
          </a:p>
          <a:p>
            <a:pPr algn="l"/>
            <a:r>
              <a:rPr lang="en-IN" sz="800" b="1" i="0" dirty="0">
                <a:effectLst/>
                <a:latin typeface="Poppins" panose="00000500000000000000" pitchFamily="2" charset="0"/>
              </a:rPr>
              <a:t>CLASSES : -  </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The </a:t>
            </a:r>
            <a:r>
              <a:rPr kumimoji="0" lang="en-US" altLang="en-US" sz="800" b="0" i="0" u="none" strike="noStrike" cap="none" normalizeH="0" baseline="0" dirty="0">
                <a:ln>
                  <a:noFill/>
                </a:ln>
                <a:solidFill>
                  <a:srgbClr val="000000"/>
                </a:solidFill>
                <a:effectLst/>
                <a:latin typeface="ui-monospace"/>
              </a:rPr>
              <a:t>class</a:t>
            </a:r>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attribute lets you give the same name to multiple HTML elements. That way, you can easily change their look or behavior all at once. Classes are not unique and can be assigned to multiple elements. They are generally used for applying the same styles or behaviors to a group of elements.</a:t>
            </a:r>
            <a:r>
              <a:rPr kumimoji="0" lang="en-US" altLang="en-US" sz="800" b="0" i="0" u="none" strike="noStrike" cap="none" normalizeH="0" baseline="0" dirty="0">
                <a:ln>
                  <a:noFill/>
                </a:ln>
                <a:solidFill>
                  <a:schemeClr val="tx1"/>
                </a:solidFill>
                <a:effectLst/>
              </a:rPr>
              <a:t>      </a:t>
            </a:r>
          </a:p>
          <a:p>
            <a:pPr algn="l"/>
            <a:r>
              <a:rPr lang="en-US" altLang="en-US" sz="800" i="1" dirty="0">
                <a:solidFill>
                  <a:srgbClr val="000000"/>
                </a:solidFill>
                <a:latin typeface="Poppins" panose="00000500000000000000" pitchFamily="2" charset="0"/>
                <a:cs typeface="Poppins" panose="00000500000000000000" pitchFamily="2" charset="0"/>
              </a:rPr>
              <a:t>example:  :-</a:t>
            </a:r>
            <a:r>
              <a:rPr lang="en-US" altLang="en-US" sz="800" dirty="0">
                <a:solidFill>
                  <a:srgbClr val="000000"/>
                </a:solidFill>
                <a:latin typeface="Poppins" panose="00000500000000000000" pitchFamily="2" charset="0"/>
                <a:cs typeface="Poppins" panose="00000500000000000000" pitchFamily="2" charset="0"/>
              </a:rPr>
              <a:t>	&lt;div class="</a:t>
            </a:r>
            <a:r>
              <a:rPr lang="en-US" altLang="en-US" sz="800" dirty="0" err="1">
                <a:solidFill>
                  <a:srgbClr val="000000"/>
                </a:solidFill>
                <a:latin typeface="Poppins" panose="00000500000000000000" pitchFamily="2" charset="0"/>
                <a:cs typeface="Poppins" panose="00000500000000000000" pitchFamily="2" charset="0"/>
              </a:rPr>
              <a:t>myClass</a:t>
            </a:r>
            <a:r>
              <a:rPr lang="en-US" altLang="en-US" sz="800" dirty="0">
                <a:solidFill>
                  <a:srgbClr val="000000"/>
                </a:solidFill>
                <a:latin typeface="Poppins" panose="00000500000000000000" pitchFamily="2" charset="0"/>
                <a:cs typeface="Poppins" panose="00000500000000000000" pitchFamily="2" charset="0"/>
              </a:rPr>
              <a:t>"&gt;This is a div with a class.&lt;/div&gt;</a:t>
            </a:r>
            <a:br>
              <a:rPr lang="en-US" altLang="en-US" sz="800" dirty="0">
                <a:solidFill>
                  <a:srgbClr val="000000"/>
                </a:solidFill>
                <a:latin typeface="Poppins" panose="00000500000000000000" pitchFamily="2" charset="0"/>
                <a:cs typeface="Poppins" panose="00000500000000000000" pitchFamily="2" charset="0"/>
              </a:rPr>
            </a:br>
            <a:r>
              <a:rPr lang="en-US" altLang="en-US" sz="800" dirty="0">
                <a:solidFill>
                  <a:srgbClr val="000000"/>
                </a:solidFill>
                <a:latin typeface="Poppins" panose="00000500000000000000" pitchFamily="2" charset="0"/>
                <a:cs typeface="Poppins" panose="00000500000000000000" pitchFamily="2" charset="0"/>
              </a:rPr>
              <a:t>	&lt;p class="</a:t>
            </a:r>
            <a:r>
              <a:rPr lang="en-US" altLang="en-US" sz="800" dirty="0" err="1">
                <a:solidFill>
                  <a:srgbClr val="000000"/>
                </a:solidFill>
                <a:latin typeface="Poppins" panose="00000500000000000000" pitchFamily="2" charset="0"/>
                <a:cs typeface="Poppins" panose="00000500000000000000" pitchFamily="2" charset="0"/>
              </a:rPr>
              <a:t>myClass</a:t>
            </a:r>
            <a:r>
              <a:rPr lang="en-US" altLang="en-US" sz="800" dirty="0">
                <a:solidFill>
                  <a:srgbClr val="000000"/>
                </a:solidFill>
                <a:latin typeface="Poppins" panose="00000500000000000000" pitchFamily="2" charset="0"/>
                <a:cs typeface="Poppins" panose="00000500000000000000" pitchFamily="2" charset="0"/>
              </a:rPr>
              <a:t>"&gt;This is a paragraph with the same class.&lt;/p&gt;</a:t>
            </a:r>
          </a:p>
          <a:p>
            <a:pPr algn="l"/>
            <a:r>
              <a:rPr kumimoji="0" lang="en-US" altLang="en-US" sz="8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Similarly </a:t>
            </a:r>
            <a:r>
              <a:rPr kumimoji="0" lang="en-US" altLang="en-US" sz="800" b="0" i="1" u="sng" strike="noStrike" cap="none" normalizeH="0" baseline="0" dirty="0">
                <a:ln>
                  <a:noFill/>
                </a:ln>
                <a:solidFill>
                  <a:srgbClr val="000000"/>
                </a:solidFill>
                <a:effectLst/>
                <a:latin typeface="Poppins" panose="00000500000000000000" pitchFamily="2" charset="0"/>
                <a:cs typeface="Poppins" panose="00000500000000000000" pitchFamily="2" charset="0"/>
              </a:rPr>
              <a:t>s</a:t>
            </a:r>
            <a:r>
              <a:rPr lang="en-US" altLang="en-US" sz="800" i="1" u="sng" dirty="0">
                <a:solidFill>
                  <a:srgbClr val="000000"/>
                </a:solidFill>
                <a:latin typeface="Poppins" panose="00000500000000000000" pitchFamily="2" charset="0"/>
                <a:cs typeface="Poppins" panose="00000500000000000000" pitchFamily="2" charset="0"/>
              </a:rPr>
              <a:t>tyle tag </a:t>
            </a:r>
            <a:r>
              <a:rPr lang="en-US" altLang="en-US" sz="800" dirty="0">
                <a:solidFill>
                  <a:srgbClr val="000000"/>
                </a:solidFill>
                <a:latin typeface="Poppins" panose="00000500000000000000" pitchFamily="2" charset="0"/>
                <a:cs typeface="Poppins" panose="00000500000000000000" pitchFamily="2" charset="0"/>
              </a:rPr>
              <a:t>is also used for styling.</a:t>
            </a:r>
          </a:p>
          <a:p>
            <a:pPr algn="l"/>
            <a:r>
              <a:rPr lang="en-IN" sz="1000" b="1" i="1" dirty="0">
                <a:effectLst/>
                <a:latin typeface="Poppins" panose="00000500000000000000" pitchFamily="2" charset="0"/>
              </a:rPr>
              <a:t>HTML Attributes </a:t>
            </a:r>
            <a:r>
              <a:rPr lang="en-IN" sz="1000" i="0" dirty="0">
                <a:effectLst/>
                <a:latin typeface="Poppins" panose="00000500000000000000" pitchFamily="2" charset="0"/>
              </a:rPr>
              <a:t>: -- </a:t>
            </a:r>
            <a:r>
              <a:rPr lang="en-US" sz="1000" i="0" dirty="0">
                <a:effectLst/>
                <a:latin typeface="Poppins" panose="00000500000000000000" pitchFamily="2" charset="0"/>
              </a:rPr>
              <a:t>Attributes are used to add more information to the tag</a:t>
            </a:r>
            <a:endParaRPr lang="en-IN" sz="1000" i="0" dirty="0">
              <a:effectLst/>
              <a:latin typeface="Poppins" panose="00000500000000000000" pitchFamily="2" charset="0"/>
            </a:endParaRPr>
          </a:p>
          <a:p>
            <a:pPr algn="l"/>
            <a:r>
              <a:rPr lang="en-US" altLang="en-US" sz="1000" dirty="0">
                <a:latin typeface="Arial" panose="020B0604020202020204" pitchFamily="34" charset="0"/>
              </a:rPr>
              <a:t>Example :- &lt;html lang="</a:t>
            </a:r>
            <a:r>
              <a:rPr lang="en-US" altLang="en-US" sz="1000" dirty="0" err="1">
                <a:latin typeface="Arial" panose="020B0604020202020204" pitchFamily="34" charset="0"/>
              </a:rPr>
              <a:t>en</a:t>
            </a:r>
            <a:r>
              <a:rPr lang="en-US" altLang="en-US" sz="1000" dirty="0">
                <a:latin typeface="Arial" panose="020B0604020202020204" pitchFamily="34" charset="0"/>
              </a:rPr>
              <a:t>"&gt; , &lt;a </a:t>
            </a:r>
            <a:r>
              <a:rPr lang="en-US" altLang="en-US" sz="1000" dirty="0" err="1">
                <a:latin typeface="Arial" panose="020B0604020202020204" pitchFamily="34" charset="0"/>
              </a:rPr>
              <a:t>href</a:t>
            </a:r>
            <a:r>
              <a:rPr lang="en-US" altLang="en-US" sz="1000" dirty="0">
                <a:latin typeface="Arial" panose="020B0604020202020204" pitchFamily="34" charset="0"/>
              </a:rPr>
              <a:t>="https://google.com"&gt; Google &lt;/a&gt;         (we can use single or double  quotes in attributes).</a:t>
            </a:r>
          </a:p>
          <a:p>
            <a:pPr algn="l"/>
            <a:r>
              <a:rPr kumimoji="0" lang="en-US" altLang="en-US" sz="1000" b="1" i="0" u="sng" strike="noStrike" cap="none" normalizeH="0" baseline="0" dirty="0">
                <a:ln>
                  <a:noFill/>
                </a:ln>
                <a:solidFill>
                  <a:schemeClr val="tx1"/>
                </a:solidFill>
                <a:effectLst/>
                <a:latin typeface="Arial" panose="020B0604020202020204" pitchFamily="34" charset="0"/>
              </a:rPr>
              <a:t>Heading Tag </a:t>
            </a:r>
            <a:r>
              <a:rPr kumimoji="0" lang="en-US" altLang="en-US" sz="1000" b="0" i="0" u="none" strike="noStrike" cap="none" normalizeH="0" baseline="0" dirty="0">
                <a:ln>
                  <a:noFill/>
                </a:ln>
                <a:solidFill>
                  <a:schemeClr val="tx1"/>
                </a:solidFill>
                <a:effectLst/>
                <a:latin typeface="Arial" panose="020B0604020202020204" pitchFamily="34" charset="0"/>
              </a:rPr>
              <a:t>:-- Used to display headings in HTML.  </a:t>
            </a:r>
            <a:r>
              <a:rPr lang="en-US" altLang="en-US" sz="1000" dirty="0">
                <a:latin typeface="Arial" panose="020B0604020202020204" pitchFamily="34" charset="0"/>
              </a:rPr>
              <a:t>From h1 to h6, we have tags for the most important to the least important heading.</a:t>
            </a:r>
          </a:p>
          <a:p>
            <a:pPr algn="l"/>
            <a:r>
              <a:rPr lang="en-US" altLang="en-US" sz="1000" i="1" u="sng" dirty="0">
                <a:latin typeface="Arial" panose="020B0604020202020204" pitchFamily="34" charset="0"/>
              </a:rPr>
              <a:t>N</a:t>
            </a:r>
            <a:r>
              <a:rPr kumimoji="0" lang="en-US" altLang="en-US" sz="1000" b="0" i="1" u="sng" strike="noStrike" cap="none" normalizeH="0" baseline="0" dirty="0">
                <a:ln>
                  <a:noFill/>
                </a:ln>
                <a:solidFill>
                  <a:schemeClr val="tx1"/>
                </a:solidFill>
                <a:effectLst/>
                <a:latin typeface="Arial" panose="020B0604020202020204" pitchFamily="34" charset="0"/>
              </a:rPr>
              <a:t>ote</a:t>
            </a:r>
            <a:r>
              <a:rPr kumimoji="0" lang="en-US" altLang="en-US" sz="1000" b="0" strike="noStrike" cap="none" normalizeH="0" baseline="0" dirty="0">
                <a:ln>
                  <a:noFill/>
                </a:ln>
                <a:solidFill>
                  <a:schemeClr val="tx1"/>
                </a:solidFill>
                <a:effectLst/>
                <a:latin typeface="Arial" panose="020B0604020202020204" pitchFamily="34" charset="0"/>
              </a:rPr>
              <a:t> :- we should not use HTML heading to make text thick or bold.</a:t>
            </a:r>
            <a:endParaRPr kumimoji="0" lang="en-US" altLang="en-US" sz="1000" b="0" i="1" u="sng" strike="noStrike" cap="none" normalizeH="0" baseline="0" dirty="0">
              <a:ln>
                <a:noFill/>
              </a:ln>
              <a:solidFill>
                <a:schemeClr val="tx1"/>
              </a:solidFill>
              <a:effectLst/>
              <a:latin typeface="Arial" panose="020B0604020202020204" pitchFamily="34" charset="0"/>
            </a:endParaRPr>
          </a:p>
          <a:p>
            <a:pPr algn="l"/>
            <a:endParaRPr kumimoji="0" lang="en-US" altLang="en-US" sz="1000" b="0" i="0" u="none" strike="noStrike" cap="none" normalizeH="0" baseline="0" dirty="0">
              <a:ln>
                <a:noFill/>
              </a:ln>
              <a:solidFill>
                <a:schemeClr val="tx1"/>
              </a:solidFill>
              <a:effectLst/>
              <a:latin typeface="Arial" panose="020B0604020202020204" pitchFamily="34" charset="0"/>
            </a:endParaRPr>
          </a:p>
          <a:p>
            <a:pPr algn="l"/>
            <a:endParaRPr lang="en-IN" sz="800" b="1" i="0" dirty="0">
              <a:effectLst/>
              <a:latin typeface="Poppins" panose="00000500000000000000" pitchFamily="2" charset="0"/>
            </a:endParaRPr>
          </a:p>
          <a:p>
            <a:pPr algn="l"/>
            <a:endParaRPr lang="en-IN" sz="800" b="1" i="0" dirty="0">
              <a:effectLst/>
              <a:latin typeface="Poppins" panose="00000500000000000000" pitchFamily="2" charset="0"/>
            </a:endParaRPr>
          </a:p>
          <a:p>
            <a:pPr algn="l"/>
            <a:endParaRPr lang="en-US" sz="800" b="0" i="0" dirty="0">
              <a:solidFill>
                <a:srgbClr val="000000"/>
              </a:solidFill>
              <a:effectLst/>
              <a:latin typeface="Poppins" panose="00000500000000000000" pitchFamily="2" charset="0"/>
            </a:endParaRPr>
          </a:p>
          <a:p>
            <a:pPr algn="l"/>
            <a:endParaRPr lang="en-IN" sz="900" b="1" dirty="0"/>
          </a:p>
          <a:p>
            <a:pPr algn="l"/>
            <a:endParaRPr lang="en-IN" sz="900" i="1" dirty="0"/>
          </a:p>
          <a:p>
            <a:pPr algn="l"/>
            <a:endParaRPr lang="en-IN" sz="900" i="1" dirty="0"/>
          </a:p>
          <a:p>
            <a:pPr algn="l"/>
            <a:endParaRPr lang="en-IN" sz="900" dirty="0"/>
          </a:p>
        </p:txBody>
      </p:sp>
      <p:sp>
        <p:nvSpPr>
          <p:cNvPr id="10" name="Rectangle 7">
            <a:extLst>
              <a:ext uri="{FF2B5EF4-FFF2-40B4-BE49-F238E27FC236}">
                <a16:creationId xmlns:a16="http://schemas.microsoft.com/office/drawing/2014/main" id="{FDE7DA66-7501-887D-5549-059A2B2512EE}"/>
              </a:ext>
            </a:extLst>
          </p:cNvPr>
          <p:cNvSpPr>
            <a:spLocks noChangeArrowheads="1"/>
          </p:cNvSpPr>
          <p:nvPr/>
        </p:nvSpPr>
        <p:spPr bwMode="auto">
          <a:xfrm>
            <a:off x="768096" y="2562326"/>
            <a:ext cx="1847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14" name="Rectangle 10">
            <a:extLst>
              <a:ext uri="{FF2B5EF4-FFF2-40B4-BE49-F238E27FC236}">
                <a16:creationId xmlns:a16="http://schemas.microsoft.com/office/drawing/2014/main" id="{3A8D5273-5819-2944-FD96-DCAF01E213DA}"/>
              </a:ext>
            </a:extLst>
          </p:cNvPr>
          <p:cNvSpPr>
            <a:spLocks noChangeArrowheads="1"/>
          </p:cNvSpPr>
          <p:nvPr/>
        </p:nvSpPr>
        <p:spPr bwMode="auto">
          <a:xfrm>
            <a:off x="228600" y="1434781"/>
            <a:ext cx="2429465" cy="775803"/>
          </a:xfrm>
          <a:prstGeom prst="rect">
            <a:avLst/>
          </a:prstGeom>
          <a:solidFill>
            <a:srgbClr val="2728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8292A2"/>
                </a:solidFill>
                <a:effectLst/>
                <a:latin typeface="Consolas" panose="020B0609020204030204" pitchFamily="49" charset="0"/>
              </a:rPr>
              <a:t>&lt;!—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8292A2"/>
                </a:solidFill>
                <a:effectLst/>
                <a:latin typeface="Consolas" panose="020B0609020204030204" pitchFamily="49" charset="0"/>
              </a:rPr>
              <a:t> This is a multi-line comment.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8292A2"/>
                </a:solidFill>
                <a:effectLst/>
                <a:latin typeface="Consolas" panose="020B0609020204030204" pitchFamily="49" charset="0"/>
              </a:rPr>
              <a:t> It spans multiple lines.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8292A2"/>
                </a:solidFill>
                <a:effectLst/>
                <a:latin typeface="Consolas" panose="020B0609020204030204" pitchFamily="49" charset="0"/>
              </a:rPr>
              <a:t> --&gt;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188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08CB-EDF5-EB3D-547E-D205B41A2550}"/>
              </a:ext>
            </a:extLst>
          </p:cNvPr>
          <p:cNvSpPr>
            <a:spLocks noGrp="1"/>
          </p:cNvSpPr>
          <p:nvPr>
            <p:ph type="ctrTitle"/>
          </p:nvPr>
        </p:nvSpPr>
        <p:spPr>
          <a:xfrm>
            <a:off x="11983895" y="6665660"/>
            <a:ext cx="208105" cy="192340"/>
          </a:xfrm>
        </p:spPr>
        <p:txBody>
          <a:bodyPr>
            <a:normAutofit fontScale="90000"/>
          </a:bodyPr>
          <a:lstStyle/>
          <a:p>
            <a:r>
              <a:rPr lang="en-IN" sz="800" dirty="0"/>
              <a:t>3</a:t>
            </a:r>
          </a:p>
        </p:txBody>
      </p:sp>
      <p:sp>
        <p:nvSpPr>
          <p:cNvPr id="3" name="Subtitle 2">
            <a:extLst>
              <a:ext uri="{FF2B5EF4-FFF2-40B4-BE49-F238E27FC236}">
                <a16:creationId xmlns:a16="http://schemas.microsoft.com/office/drawing/2014/main" id="{320DE56A-155F-FDCA-6894-1EC2B70C630B}"/>
              </a:ext>
            </a:extLst>
          </p:cNvPr>
          <p:cNvSpPr>
            <a:spLocks noGrp="1"/>
          </p:cNvSpPr>
          <p:nvPr>
            <p:ph type="subTitle" idx="1"/>
          </p:nvPr>
        </p:nvSpPr>
        <p:spPr>
          <a:xfrm>
            <a:off x="92597" y="138896"/>
            <a:ext cx="11891298" cy="6526764"/>
          </a:xfrm>
        </p:spPr>
        <p:txBody>
          <a:bodyPr>
            <a:normAutofit lnSpcReduction="10000"/>
          </a:bodyPr>
          <a:lstStyle/>
          <a:p>
            <a:pPr algn="l"/>
            <a:r>
              <a:rPr lang="pt-BR" sz="1400" b="1" dirty="0"/>
              <a:t>h1</a:t>
            </a:r>
            <a:r>
              <a:rPr lang="pt-BR" sz="1050" b="1" dirty="0"/>
              <a:t> </a:t>
            </a:r>
            <a:r>
              <a:rPr lang="pt-BR" sz="1050" dirty="0"/>
              <a:t>(most important)                            </a:t>
            </a:r>
            <a:r>
              <a:rPr lang="en-US" sz="800" b="0" i="0" dirty="0">
                <a:solidFill>
                  <a:srgbClr val="000000"/>
                </a:solidFill>
                <a:effectLst/>
                <a:latin typeface="Poppins" panose="00000500000000000000" pitchFamily="2" charset="0"/>
              </a:rPr>
              <a:t>Used for the main title of the page; largest and most prominent heading</a:t>
            </a:r>
            <a:r>
              <a:rPr lang="en-US" sz="900" b="0" i="0" dirty="0">
                <a:solidFill>
                  <a:srgbClr val="000000"/>
                </a:solidFill>
                <a:effectLst/>
                <a:latin typeface="Poppins" panose="00000500000000000000" pitchFamily="2" charset="0"/>
              </a:rPr>
              <a:t>.</a:t>
            </a:r>
            <a:endParaRPr lang="pt-BR" sz="1050" dirty="0"/>
          </a:p>
          <a:p>
            <a:pPr algn="l"/>
            <a:r>
              <a:rPr lang="pt-BR" sz="1200" b="1" dirty="0"/>
              <a:t>h2</a:t>
            </a:r>
            <a:r>
              <a:rPr lang="pt-BR" sz="1200" dirty="0"/>
              <a:t>                                                    </a:t>
            </a:r>
            <a:r>
              <a:rPr lang="en-IN" sz="800" b="0" i="0" dirty="0">
                <a:solidFill>
                  <a:srgbClr val="000000"/>
                </a:solidFill>
                <a:effectLst/>
                <a:latin typeface="Poppins" panose="00000500000000000000" pitchFamily="2" charset="0"/>
              </a:rPr>
              <a:t>major section headings</a:t>
            </a:r>
            <a:endParaRPr lang="pt-BR" sz="800" dirty="0"/>
          </a:p>
          <a:p>
            <a:pPr algn="l"/>
            <a:r>
              <a:rPr lang="pt-BR" sz="1100" b="1" dirty="0"/>
              <a:t>h3</a:t>
            </a:r>
            <a:r>
              <a:rPr lang="pt-BR" sz="1100" dirty="0"/>
              <a:t>		</a:t>
            </a:r>
            <a:r>
              <a:rPr lang="pt-BR" sz="800" dirty="0"/>
              <a:t>       </a:t>
            </a:r>
            <a:r>
              <a:rPr lang="en-IN" sz="800" b="0" i="0" dirty="0">
                <a:solidFill>
                  <a:srgbClr val="000000"/>
                </a:solidFill>
                <a:effectLst/>
                <a:latin typeface="Poppins" panose="00000500000000000000" pitchFamily="2" charset="0"/>
              </a:rPr>
              <a:t>sub-section</a:t>
            </a:r>
            <a:endParaRPr lang="pt-BR" sz="800" dirty="0"/>
          </a:p>
          <a:p>
            <a:pPr algn="l"/>
            <a:r>
              <a:rPr lang="pt-BR" sz="1000" b="1" dirty="0"/>
              <a:t>h4</a:t>
            </a:r>
            <a:r>
              <a:rPr lang="pt-BR" sz="1000" dirty="0"/>
              <a:t>		      </a:t>
            </a:r>
            <a:r>
              <a:rPr lang="en-IN" sz="800" b="0" i="0" dirty="0">
                <a:solidFill>
                  <a:srgbClr val="000000"/>
                </a:solidFill>
                <a:effectLst/>
                <a:latin typeface="Poppins" panose="00000500000000000000" pitchFamily="2" charset="0"/>
              </a:rPr>
              <a:t>headings</a:t>
            </a:r>
            <a:endParaRPr lang="pt-BR" sz="1000" dirty="0"/>
          </a:p>
          <a:p>
            <a:pPr algn="l"/>
            <a:r>
              <a:rPr lang="pt-BR" sz="1050" b="1" dirty="0"/>
              <a:t>h5  		      </a:t>
            </a:r>
            <a:r>
              <a:rPr lang="en-US" sz="800" b="0" i="0" dirty="0">
                <a:solidFill>
                  <a:srgbClr val="000000"/>
                </a:solidFill>
                <a:effectLst/>
                <a:latin typeface="Poppins" panose="00000500000000000000" pitchFamily="2" charset="0"/>
              </a:rPr>
              <a:t>nested sections or less important headings</a:t>
            </a:r>
            <a:endParaRPr lang="pt-BR" sz="1050" b="1" dirty="0"/>
          </a:p>
          <a:p>
            <a:pPr algn="l"/>
            <a:r>
              <a:rPr lang="pt-BR" sz="900" b="1" dirty="0"/>
              <a:t>h6</a:t>
            </a:r>
            <a:r>
              <a:rPr lang="pt-BR" sz="1050" dirty="0"/>
              <a:t> (least important)	</a:t>
            </a:r>
            <a:r>
              <a:rPr lang="pt-BR" sz="800" dirty="0"/>
              <a:t>      </a:t>
            </a:r>
            <a:r>
              <a:rPr lang="en-IN" sz="800" b="0" i="0" dirty="0">
                <a:solidFill>
                  <a:srgbClr val="000000"/>
                </a:solidFill>
                <a:effectLst/>
                <a:latin typeface="Poppins" panose="00000500000000000000" pitchFamily="2" charset="0"/>
              </a:rPr>
              <a:t>smallest heading tag</a:t>
            </a:r>
            <a:r>
              <a:rPr lang="pt-BR" sz="800" dirty="0"/>
              <a:t> </a:t>
            </a:r>
            <a:r>
              <a:rPr lang="en-IN" sz="800" b="0" i="0" dirty="0">
                <a:solidFill>
                  <a:srgbClr val="000000"/>
                </a:solidFill>
                <a:effectLst/>
                <a:latin typeface="Poppins" panose="00000500000000000000" pitchFamily="2" charset="0"/>
              </a:rPr>
              <a:t>;</a:t>
            </a:r>
            <a:r>
              <a:rPr lang="pt-BR" sz="800" dirty="0"/>
              <a:t> </a:t>
            </a:r>
            <a:r>
              <a:rPr lang="en-IN" sz="800" b="0" i="0" dirty="0">
                <a:solidFill>
                  <a:srgbClr val="000000"/>
                </a:solidFill>
                <a:effectLst/>
                <a:latin typeface="Poppins" panose="00000500000000000000" pitchFamily="2" charset="0"/>
              </a:rPr>
              <a:t>minor headings</a:t>
            </a:r>
          </a:p>
          <a:p>
            <a:pPr algn="l"/>
            <a:r>
              <a:rPr lang="en-IN" sz="1050" b="1" u="sng" dirty="0"/>
              <a:t>Paragraph Tag </a:t>
            </a:r>
            <a:r>
              <a:rPr lang="en-IN" sz="1050" dirty="0"/>
              <a:t>: -- </a:t>
            </a:r>
            <a:r>
              <a:rPr lang="en-US" sz="1050" dirty="0"/>
              <a:t>Used to add paragraphs in HTML</a:t>
            </a:r>
          </a:p>
          <a:p>
            <a:pPr algn="l"/>
            <a:r>
              <a:rPr lang="en-IN" sz="900" i="1" u="sng" dirty="0">
                <a:effectLst/>
                <a:latin typeface="Poppins" panose="00000500000000000000" pitchFamily="2" charset="0"/>
              </a:rPr>
              <a:t>Attributes and Styling </a:t>
            </a:r>
            <a:r>
              <a:rPr lang="en-IN" sz="900" dirty="0">
                <a:effectLst/>
                <a:latin typeface="Poppins" panose="00000500000000000000" pitchFamily="2" charset="0"/>
              </a:rPr>
              <a:t>:-	</a:t>
            </a:r>
            <a:r>
              <a:rPr lang="en-US" sz="800" i="0" dirty="0">
                <a:effectLst/>
                <a:latin typeface="Poppins" panose="00000500000000000000" pitchFamily="2" charset="0"/>
              </a:rPr>
              <a:t>&lt;p class="example" style="color: blue;"&gt;</a:t>
            </a:r>
          </a:p>
          <a:p>
            <a:pPr algn="l"/>
            <a:r>
              <a:rPr lang="en-US" sz="800" i="0" dirty="0">
                <a:effectLst/>
                <a:latin typeface="Poppins" panose="00000500000000000000" pitchFamily="2" charset="0"/>
              </a:rPr>
              <a:t> 		 This is a styled paragraph.</a:t>
            </a:r>
          </a:p>
          <a:p>
            <a:pPr algn="l"/>
            <a:r>
              <a:rPr lang="en-US" sz="800" i="0" dirty="0">
                <a:effectLst/>
                <a:latin typeface="Poppins" panose="00000500000000000000" pitchFamily="2" charset="0"/>
              </a:rPr>
              <a:t>		&lt;/p&gt;</a:t>
            </a:r>
          </a:p>
          <a:p>
            <a:pPr algn="l"/>
            <a:r>
              <a:rPr lang="en-IN" sz="1050" b="1" i="0" u="sng" dirty="0">
                <a:effectLst/>
                <a:latin typeface="Poppins" panose="00000500000000000000" pitchFamily="2" charset="0"/>
              </a:rPr>
              <a:t>Hr Tag   </a:t>
            </a:r>
            <a:r>
              <a:rPr lang="en-IN" sz="1050" b="1" i="0" dirty="0">
                <a:effectLst/>
                <a:latin typeface="Poppins" panose="00000500000000000000" pitchFamily="2" charset="0"/>
              </a:rPr>
              <a:t>    &lt;hr&gt;     </a:t>
            </a:r>
            <a:r>
              <a:rPr lang="en-IN" sz="1050" i="0" dirty="0">
                <a:effectLst/>
                <a:latin typeface="Poppins" panose="00000500000000000000" pitchFamily="2" charset="0"/>
              </a:rPr>
              <a:t>:- “ </a:t>
            </a:r>
            <a:r>
              <a:rPr lang="en-US" sz="1050" i="0" dirty="0">
                <a:effectLst/>
                <a:latin typeface="Poppins" panose="00000500000000000000" pitchFamily="2" charset="0"/>
              </a:rPr>
              <a:t>Used to display a horizontal ruler, used to separate content ” . </a:t>
            </a:r>
            <a:r>
              <a:rPr lang="en-US" sz="1050" b="0" i="0" dirty="0">
                <a:solidFill>
                  <a:srgbClr val="000000"/>
                </a:solidFill>
                <a:effectLst/>
                <a:latin typeface="Poppins" panose="00000500000000000000" pitchFamily="2" charset="0"/>
              </a:rPr>
              <a:t>It is an empty or self-closing tag, meaning it doesn't require a closing tag.</a:t>
            </a:r>
          </a:p>
          <a:p>
            <a:pPr algn="l"/>
            <a:r>
              <a:rPr lang="en-US" sz="1050" b="1" i="0" u="sng" dirty="0">
                <a:solidFill>
                  <a:srgbClr val="000000"/>
                </a:solidFill>
                <a:effectLst/>
                <a:latin typeface="Poppins" panose="00000500000000000000" pitchFamily="2" charset="0"/>
              </a:rPr>
              <a:t>Br Tag  </a:t>
            </a:r>
            <a:r>
              <a:rPr lang="en-US" sz="1050" i="0" dirty="0">
                <a:solidFill>
                  <a:srgbClr val="000000"/>
                </a:solidFill>
                <a:effectLst/>
                <a:latin typeface="Poppins" panose="00000500000000000000" pitchFamily="2" charset="0"/>
              </a:rPr>
              <a:t>     </a:t>
            </a:r>
            <a:r>
              <a:rPr lang="en-US" sz="1050" b="1" i="0" dirty="0">
                <a:solidFill>
                  <a:srgbClr val="000000"/>
                </a:solidFill>
                <a:effectLst/>
                <a:latin typeface="Poppins" panose="00000500000000000000" pitchFamily="2" charset="0"/>
              </a:rPr>
              <a:t>&lt;</a:t>
            </a:r>
            <a:r>
              <a:rPr lang="en-US" sz="1050" b="1" i="0" dirty="0" err="1">
                <a:solidFill>
                  <a:srgbClr val="000000"/>
                </a:solidFill>
                <a:effectLst/>
                <a:latin typeface="Poppins" panose="00000500000000000000" pitchFamily="2" charset="0"/>
              </a:rPr>
              <a:t>br</a:t>
            </a:r>
            <a:r>
              <a:rPr lang="en-US" sz="1050" b="1" i="0" dirty="0">
                <a:solidFill>
                  <a:srgbClr val="000000"/>
                </a:solidFill>
                <a:effectLst/>
                <a:latin typeface="Poppins" panose="00000500000000000000" pitchFamily="2" charset="0"/>
              </a:rPr>
              <a:t>&gt;     </a:t>
            </a:r>
            <a:r>
              <a:rPr lang="en-US" sz="1050" i="0" dirty="0">
                <a:solidFill>
                  <a:srgbClr val="000000"/>
                </a:solidFill>
                <a:effectLst/>
                <a:latin typeface="Poppins" panose="00000500000000000000" pitchFamily="2" charset="0"/>
              </a:rPr>
              <a:t>:- “Used to add next line(line breaks) to your page “ . It </a:t>
            </a:r>
            <a:r>
              <a:rPr lang="en-US" sz="900" b="0" i="0" dirty="0">
                <a:solidFill>
                  <a:srgbClr val="000000"/>
                </a:solidFill>
                <a:effectLst/>
                <a:latin typeface="Poppins" panose="00000500000000000000" pitchFamily="2" charset="0"/>
              </a:rPr>
              <a:t>is an empty or self-closing tag, meaning it doesn't require a closing tag.</a:t>
            </a:r>
            <a:r>
              <a:rPr lang="en-US" sz="1050" i="0" dirty="0">
                <a:solidFill>
                  <a:srgbClr val="000000"/>
                </a:solidFill>
                <a:effectLst/>
                <a:latin typeface="Poppins" panose="00000500000000000000" pitchFamily="2" charset="0"/>
              </a:rPr>
              <a:t> </a:t>
            </a:r>
            <a:endParaRPr lang="en-US" sz="1050" b="1" i="0" u="sng" dirty="0">
              <a:solidFill>
                <a:srgbClr val="000000"/>
              </a:solidFill>
              <a:effectLst/>
              <a:latin typeface="Poppins" panose="00000500000000000000" pitchFamily="2" charset="0"/>
            </a:endParaRPr>
          </a:p>
          <a:p>
            <a:pPr algn="l"/>
            <a:r>
              <a:rPr lang="en-IN" sz="1050" b="1" i="0" u="sng" dirty="0">
                <a:effectLst/>
                <a:latin typeface="Poppins" panose="00000500000000000000" pitchFamily="2" charset="0"/>
              </a:rPr>
              <a:t>Anchor Tag </a:t>
            </a:r>
            <a:r>
              <a:rPr lang="en-IN" sz="1050" i="0" dirty="0">
                <a:effectLst/>
                <a:latin typeface="Poppins" panose="00000500000000000000" pitchFamily="2" charset="0"/>
              </a:rPr>
              <a:t> :-  “ </a:t>
            </a:r>
            <a:r>
              <a:rPr lang="en-US" sz="1050" i="0" dirty="0">
                <a:effectLst/>
                <a:latin typeface="Poppins" panose="00000500000000000000" pitchFamily="2" charset="0"/>
              </a:rPr>
              <a:t>Used to add links to your page “.   </a:t>
            </a:r>
            <a:r>
              <a:rPr lang="en-US" sz="1050" i="1" u="sng" dirty="0">
                <a:effectLst/>
                <a:latin typeface="Poppins" panose="00000500000000000000" pitchFamily="2" charset="0"/>
              </a:rPr>
              <a:t>Ex </a:t>
            </a:r>
            <a:r>
              <a:rPr lang="en-US" sz="1050" dirty="0">
                <a:effectLst/>
                <a:latin typeface="Poppins" panose="00000500000000000000" pitchFamily="2" charset="0"/>
              </a:rPr>
              <a:t>:- &lt;a </a:t>
            </a:r>
            <a:r>
              <a:rPr lang="en-US" sz="1050" dirty="0" err="1">
                <a:effectLst/>
                <a:latin typeface="Poppins" panose="00000500000000000000" pitchFamily="2" charset="0"/>
              </a:rPr>
              <a:t>href</a:t>
            </a:r>
            <a:r>
              <a:rPr lang="en-US" sz="1050" dirty="0">
                <a:effectLst/>
                <a:latin typeface="Poppins" panose="00000500000000000000" pitchFamily="2" charset="0"/>
              </a:rPr>
              <a:t>="https://google.com"&gt; Google &lt;/a&gt;</a:t>
            </a:r>
            <a:endParaRPr lang="en-IN" sz="1050" b="1" i="1" u="sng" dirty="0">
              <a:effectLst/>
              <a:latin typeface="Poppins" panose="00000500000000000000" pitchFamily="2" charset="0"/>
            </a:endParaRPr>
          </a:p>
          <a:p>
            <a:pPr algn="l"/>
            <a:r>
              <a:rPr lang="en-US" sz="900" i="1" u="sng" dirty="0">
                <a:effectLst/>
                <a:latin typeface="Poppins" panose="00000500000000000000" pitchFamily="2" charset="0"/>
              </a:rPr>
              <a:t>Key Characteristics of HTML Links  </a:t>
            </a:r>
            <a:r>
              <a:rPr lang="en-US" sz="900" b="1" i="0" dirty="0">
                <a:effectLst/>
                <a:latin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tabLst/>
            </a:pPr>
            <a:r>
              <a:rPr lang="en-IN" sz="900" dirty="0">
                <a:latin typeface="Poppins" panose="00000500000000000000" pitchFamily="2" charset="0"/>
              </a:rPr>
              <a:t>1) </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Specified by the </a:t>
            </a:r>
            <a:r>
              <a:rPr kumimoji="0" lang="en-US" altLang="en-US" sz="900" b="0" i="0" u="none" strike="noStrike" cap="none" normalizeH="0" baseline="0" dirty="0">
                <a:ln>
                  <a:noFill/>
                </a:ln>
                <a:solidFill>
                  <a:srgbClr val="000000"/>
                </a:solidFill>
                <a:effectLst/>
                <a:latin typeface="ui-monospace"/>
                <a:cs typeface="Poppins" panose="00000500000000000000" pitchFamily="2" charset="0"/>
              </a:rPr>
              <a:t>&lt;a&gt;</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tag.    2)Also known as hyperlinks.    3)Used to link one document to another.     4)Includes a closing tag </a:t>
            </a:r>
            <a:r>
              <a:rPr kumimoji="0" lang="en-US" altLang="en-US" sz="900" b="0" i="0" u="none" strike="noStrike" cap="none" normalizeH="0" baseline="0" dirty="0">
                <a:ln>
                  <a:noFill/>
                </a:ln>
                <a:solidFill>
                  <a:srgbClr val="000000"/>
                </a:solidFill>
                <a:effectLst/>
                <a:latin typeface="ui-monospace"/>
                <a:cs typeface="Poppins" panose="00000500000000000000" pitchFamily="2" charset="0"/>
              </a:rPr>
              <a:t>&lt;/a&gt;</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t>
            </a:r>
          </a:p>
          <a:p>
            <a:pPr algn="l"/>
            <a:r>
              <a:rPr lang="en-US" sz="900" b="1" i="0" dirty="0">
                <a:effectLst/>
                <a:latin typeface="Poppins" panose="00000500000000000000" pitchFamily="2" charset="0"/>
              </a:rPr>
              <a:t>Essential Attributes of the Anchor Tag</a:t>
            </a:r>
          </a:p>
          <a:p>
            <a:pPr algn="l"/>
            <a:r>
              <a:rPr lang="en-US" sz="900" b="0" i="0" dirty="0">
                <a:solidFill>
                  <a:srgbClr val="000000"/>
                </a:solidFill>
                <a:effectLst/>
                <a:latin typeface="Poppins" panose="00000500000000000000" pitchFamily="2" charset="0"/>
              </a:rPr>
              <a:t>HTML links primarily use two attributes:</a:t>
            </a:r>
          </a:p>
          <a:p>
            <a:pPr algn="l"/>
            <a:r>
              <a:rPr lang="en-US" sz="900" i="0" dirty="0">
                <a:solidFill>
                  <a:srgbClr val="000000"/>
                </a:solidFill>
                <a:effectLst/>
                <a:latin typeface="Poppins" panose="00000500000000000000" pitchFamily="2" charset="0"/>
              </a:rPr>
              <a:t>1) </a:t>
            </a:r>
            <a:r>
              <a:rPr lang="en-US" sz="900" b="1" i="0" dirty="0" err="1">
                <a:solidFill>
                  <a:srgbClr val="000000"/>
                </a:solidFill>
                <a:effectLst/>
                <a:latin typeface="Poppins" panose="00000500000000000000" pitchFamily="2" charset="0"/>
              </a:rPr>
              <a:t>href</a:t>
            </a:r>
            <a:r>
              <a:rPr lang="en-US" sz="900" b="1" i="0" dirty="0">
                <a:solidFill>
                  <a:srgbClr val="000000"/>
                </a:solidFill>
                <a:effectLst/>
                <a:latin typeface="Poppins" panose="00000500000000000000" pitchFamily="2" charset="0"/>
              </a:rPr>
              <a:t> attribute:</a:t>
            </a:r>
            <a:r>
              <a:rPr lang="en-US" sz="900" b="0" i="0" dirty="0">
                <a:solidFill>
                  <a:srgbClr val="000000"/>
                </a:solidFill>
                <a:effectLst/>
                <a:latin typeface="Poppins" panose="00000500000000000000" pitchFamily="2" charset="0"/>
              </a:rPr>
              <a:t> Defines the URL the link points to.          2) </a:t>
            </a:r>
            <a:r>
              <a:rPr lang="en-US" sz="900" b="1" i="0" dirty="0">
                <a:solidFill>
                  <a:srgbClr val="000000"/>
                </a:solidFill>
                <a:effectLst/>
                <a:latin typeface="Poppins" panose="00000500000000000000" pitchFamily="2" charset="0"/>
              </a:rPr>
              <a:t>target attribute:</a:t>
            </a:r>
            <a:r>
              <a:rPr lang="en-US" sz="900" b="0" i="0" dirty="0">
                <a:solidFill>
                  <a:srgbClr val="000000"/>
                </a:solidFill>
                <a:effectLst/>
                <a:latin typeface="Poppins" panose="00000500000000000000" pitchFamily="2" charset="0"/>
              </a:rPr>
              <a:t> Specifies where to open the linked document.</a:t>
            </a:r>
          </a:p>
          <a:p>
            <a:pPr algn="l"/>
            <a:r>
              <a:rPr lang="en-US" sz="900" b="1" i="0" dirty="0">
                <a:effectLst/>
                <a:latin typeface="Poppins" panose="00000500000000000000" pitchFamily="2" charset="0"/>
              </a:rPr>
              <a:t>Target Attribute Values</a:t>
            </a:r>
          </a:p>
          <a:p>
            <a:pPr algn="l"/>
            <a:r>
              <a:rPr lang="en-US" sz="900" dirty="0">
                <a:solidFill>
                  <a:srgbClr val="000000"/>
                </a:solidFill>
                <a:latin typeface="Poppins" panose="00000500000000000000" pitchFamily="2" charset="0"/>
              </a:rPr>
              <a:t>!) </a:t>
            </a:r>
            <a:r>
              <a:rPr lang="en-US" sz="900" b="1" i="0" dirty="0">
                <a:solidFill>
                  <a:srgbClr val="000000"/>
                </a:solidFill>
                <a:effectLst/>
                <a:latin typeface="Poppins" panose="00000500000000000000" pitchFamily="2" charset="0"/>
              </a:rPr>
              <a:t>_blank:</a:t>
            </a:r>
            <a:r>
              <a:rPr lang="en-US" sz="900" b="0" i="0" dirty="0">
                <a:solidFill>
                  <a:srgbClr val="000000"/>
                </a:solidFill>
                <a:effectLst/>
                <a:latin typeface="Poppins" panose="00000500000000000000" pitchFamily="2" charset="0"/>
              </a:rPr>
              <a:t> Opens the linked document in a new window or tab.    2) </a:t>
            </a:r>
            <a:r>
              <a:rPr lang="en-US" sz="900" b="1" i="0" dirty="0">
                <a:solidFill>
                  <a:srgbClr val="000000"/>
                </a:solidFill>
                <a:effectLst/>
                <a:latin typeface="Poppins" panose="00000500000000000000" pitchFamily="2" charset="0"/>
              </a:rPr>
              <a:t>_top:</a:t>
            </a:r>
            <a:r>
              <a:rPr lang="en-US" sz="900" b="0" i="0" dirty="0">
                <a:solidFill>
                  <a:srgbClr val="000000"/>
                </a:solidFill>
                <a:effectLst/>
                <a:latin typeface="Poppins" panose="00000500000000000000" pitchFamily="2" charset="0"/>
              </a:rPr>
              <a:t> Opens document in the full body of the window.       3)</a:t>
            </a:r>
            <a:r>
              <a:rPr lang="en-US" sz="900" dirty="0">
                <a:solidFill>
                  <a:srgbClr val="000000"/>
                </a:solidFill>
                <a:latin typeface="Poppins" panose="00000500000000000000" pitchFamily="2" charset="0"/>
              </a:rPr>
              <a:t> </a:t>
            </a:r>
            <a:r>
              <a:rPr lang="en-US" sz="900" b="1" i="0" dirty="0">
                <a:solidFill>
                  <a:srgbClr val="000000"/>
                </a:solidFill>
                <a:effectLst/>
                <a:latin typeface="Poppins" panose="00000500000000000000" pitchFamily="2" charset="0"/>
              </a:rPr>
              <a:t>_self:</a:t>
            </a:r>
            <a:r>
              <a:rPr lang="en-US" sz="900" b="0" i="0" dirty="0">
                <a:solidFill>
                  <a:srgbClr val="000000"/>
                </a:solidFill>
                <a:effectLst/>
                <a:latin typeface="Poppins" panose="00000500000000000000" pitchFamily="2" charset="0"/>
              </a:rPr>
              <a:t> Opens document in the same window or tab (default behavior).</a:t>
            </a:r>
          </a:p>
          <a:p>
            <a:pPr algn="l"/>
            <a:r>
              <a:rPr lang="en-US" sz="900" i="0" dirty="0">
                <a:solidFill>
                  <a:srgbClr val="000000"/>
                </a:solidFill>
                <a:effectLst/>
                <a:latin typeface="Poppins" panose="00000500000000000000" pitchFamily="2" charset="0"/>
              </a:rPr>
              <a:t>4) </a:t>
            </a:r>
            <a:r>
              <a:rPr lang="en-US" sz="900" b="1" i="0" dirty="0">
                <a:solidFill>
                  <a:srgbClr val="000000"/>
                </a:solidFill>
                <a:effectLst/>
                <a:latin typeface="Poppins" panose="00000500000000000000" pitchFamily="2" charset="0"/>
              </a:rPr>
              <a:t>_parent:</a:t>
            </a:r>
            <a:r>
              <a:rPr lang="en-US" sz="900" b="0" i="0" dirty="0">
                <a:solidFill>
                  <a:srgbClr val="000000"/>
                </a:solidFill>
                <a:effectLst/>
                <a:latin typeface="Poppins" panose="00000500000000000000" pitchFamily="2" charset="0"/>
              </a:rPr>
              <a:t> Opens the linked document in the parent frame.</a:t>
            </a:r>
          </a:p>
          <a:p>
            <a:pPr algn="l"/>
            <a:r>
              <a:rPr lang="en-US" sz="1050" i="1" u="sng" dirty="0">
                <a:solidFill>
                  <a:srgbClr val="000000"/>
                </a:solidFill>
                <a:latin typeface="Poppins" panose="00000500000000000000" pitchFamily="2" charset="0"/>
              </a:rPr>
              <a:t>Absolute</a:t>
            </a:r>
            <a:r>
              <a:rPr lang="en-US" sz="1050" b="0" i="1" u="sng" dirty="0">
                <a:solidFill>
                  <a:srgbClr val="000000"/>
                </a:solidFill>
                <a:effectLst/>
                <a:latin typeface="Poppins" panose="00000500000000000000" pitchFamily="2" charset="0"/>
              </a:rPr>
              <a:t> URL </a:t>
            </a:r>
            <a:r>
              <a:rPr lang="en-US" sz="1050" b="0" i="0" dirty="0">
                <a:solidFill>
                  <a:srgbClr val="000000"/>
                </a:solidFill>
                <a:effectLst/>
                <a:latin typeface="Poppins" panose="00000500000000000000" pitchFamily="2" charset="0"/>
              </a:rPr>
              <a:t>:- &lt;a </a:t>
            </a:r>
            <a:r>
              <a:rPr lang="en-US" sz="1050" b="0" i="0" dirty="0" err="1">
                <a:solidFill>
                  <a:srgbClr val="000000"/>
                </a:solidFill>
                <a:effectLst/>
                <a:latin typeface="Poppins" panose="00000500000000000000" pitchFamily="2" charset="0"/>
              </a:rPr>
              <a:t>href</a:t>
            </a:r>
            <a:r>
              <a:rPr lang="en-US" sz="1050" dirty="0">
                <a:solidFill>
                  <a:srgbClr val="000000"/>
                </a:solidFill>
                <a:latin typeface="Poppins" panose="00000500000000000000" pitchFamily="2" charset="0"/>
              </a:rPr>
              <a:t>= ‘https://codewithharry.com’&gt;Click here to go to </a:t>
            </a:r>
            <a:r>
              <a:rPr lang="en-US" sz="1050" dirty="0" err="1">
                <a:solidFill>
                  <a:srgbClr val="000000"/>
                </a:solidFill>
                <a:latin typeface="Poppins" panose="00000500000000000000" pitchFamily="2" charset="0"/>
              </a:rPr>
              <a:t>harrys</a:t>
            </a:r>
            <a:r>
              <a:rPr lang="en-US" sz="1050" dirty="0">
                <a:solidFill>
                  <a:srgbClr val="000000"/>
                </a:solidFill>
                <a:latin typeface="Poppins" panose="00000500000000000000" pitchFamily="2" charset="0"/>
              </a:rPr>
              <a:t> website&lt;/a&gt;</a:t>
            </a:r>
          </a:p>
          <a:p>
            <a:pPr algn="l"/>
            <a:r>
              <a:rPr lang="en-US" sz="1050" b="0" i="1" u="sng" dirty="0">
                <a:solidFill>
                  <a:srgbClr val="000000"/>
                </a:solidFill>
                <a:effectLst/>
                <a:latin typeface="Poppins" panose="00000500000000000000" pitchFamily="2" charset="0"/>
              </a:rPr>
              <a:t>Relative URL</a:t>
            </a:r>
            <a:r>
              <a:rPr lang="en-US" sz="1050" b="0" i="0" dirty="0">
                <a:solidFill>
                  <a:srgbClr val="000000"/>
                </a:solidFill>
                <a:effectLst/>
                <a:latin typeface="Poppins" panose="00000500000000000000" pitchFamily="2" charset="0"/>
              </a:rPr>
              <a:t> :- &lt;a </a:t>
            </a:r>
            <a:r>
              <a:rPr lang="en-US" sz="1050" b="0" i="0" dirty="0" err="1">
                <a:solidFill>
                  <a:srgbClr val="000000"/>
                </a:solidFill>
                <a:effectLst/>
                <a:latin typeface="Poppins" panose="00000500000000000000" pitchFamily="2" charset="0"/>
              </a:rPr>
              <a:t>href</a:t>
            </a:r>
            <a:r>
              <a:rPr lang="en-US" sz="1050" dirty="0">
                <a:solidFill>
                  <a:srgbClr val="000000"/>
                </a:solidFill>
                <a:latin typeface="Poppins" panose="00000500000000000000" pitchFamily="2" charset="0"/>
              </a:rPr>
              <a:t>=“/about.html”&gt;Go to about&lt;/a&gt;</a:t>
            </a:r>
          </a:p>
          <a:p>
            <a:pPr algn="l"/>
            <a:r>
              <a:rPr lang="en-US" sz="1050" b="1" u="sng" dirty="0">
                <a:solidFill>
                  <a:srgbClr val="000000"/>
                </a:solidFill>
                <a:latin typeface="Poppins" panose="00000500000000000000" pitchFamily="2" charset="0"/>
              </a:rPr>
              <a:t>Image Tag </a:t>
            </a:r>
            <a:r>
              <a:rPr lang="en-US" sz="1050" dirty="0">
                <a:solidFill>
                  <a:srgbClr val="000000"/>
                </a:solidFill>
                <a:latin typeface="Poppins" panose="00000500000000000000" pitchFamily="2" charset="0"/>
              </a:rPr>
              <a:t>:- “ Used to add images to your page “ </a:t>
            </a:r>
          </a:p>
          <a:p>
            <a:pPr algn="l"/>
            <a:r>
              <a:rPr lang="en-US" sz="900" i="1" u="sng" dirty="0">
                <a:effectLst/>
                <a:latin typeface="Poppins" panose="00000500000000000000" pitchFamily="2" charset="0"/>
              </a:rPr>
              <a:t>Key Features of the &lt;</a:t>
            </a:r>
            <a:r>
              <a:rPr lang="en-US" sz="900" i="1" u="sng" dirty="0" err="1">
                <a:effectLst/>
                <a:latin typeface="Poppins" panose="00000500000000000000" pitchFamily="2" charset="0"/>
              </a:rPr>
              <a:t>img</a:t>
            </a:r>
            <a:r>
              <a:rPr lang="en-US" sz="900" i="1" u="sng" dirty="0">
                <a:effectLst/>
                <a:latin typeface="Poppins" panose="00000500000000000000" pitchFamily="2" charset="0"/>
              </a:rPr>
              <a:t>&gt; Tag  </a:t>
            </a:r>
            <a:r>
              <a:rPr lang="en-US" sz="900" dirty="0">
                <a:effectLst/>
                <a:latin typeface="Poppins" panose="00000500000000000000" pitchFamily="2" charset="0"/>
              </a:rPr>
              <a:t>:- 1) </a:t>
            </a:r>
            <a:r>
              <a:rPr lang="en-US" sz="900" b="0" i="0" dirty="0">
                <a:solidFill>
                  <a:srgbClr val="000000"/>
                </a:solidFill>
                <a:effectLst/>
                <a:latin typeface="Poppins" panose="00000500000000000000" pitchFamily="2" charset="0"/>
              </a:rPr>
              <a:t>It's a self-closing tag, meaning it doesn't require a corresponding closing tag  2) Commonly used attributes include the "alt" attribute for image descriptions and the "</a:t>
            </a:r>
            <a:r>
              <a:rPr lang="en-US" sz="900" b="0" i="0" dirty="0" err="1">
                <a:solidFill>
                  <a:srgbClr val="000000"/>
                </a:solidFill>
                <a:effectLst/>
                <a:latin typeface="Poppins" panose="00000500000000000000" pitchFamily="2" charset="0"/>
              </a:rPr>
              <a:t>src</a:t>
            </a:r>
            <a:r>
              <a:rPr lang="en-US" sz="900" b="0" i="0" dirty="0">
                <a:solidFill>
                  <a:srgbClr val="000000"/>
                </a:solidFill>
                <a:effectLst/>
                <a:latin typeface="Poppins" panose="00000500000000000000" pitchFamily="2" charset="0"/>
              </a:rPr>
              <a:t>" attribute for specifying the image location.  3) Supports various image formats including PNG, JPEG, JPG, and GIF</a:t>
            </a:r>
            <a:r>
              <a:rPr lang="en-US" sz="800" b="0" i="0" dirty="0">
                <a:solidFill>
                  <a:srgbClr val="000000"/>
                </a:solidFill>
                <a:effectLst/>
                <a:latin typeface="Poppins" panose="00000500000000000000" pitchFamily="2" charset="0"/>
              </a:rPr>
              <a:t>.</a:t>
            </a:r>
          </a:p>
          <a:p>
            <a:pPr algn="l"/>
            <a:endParaRPr lang="en-US" sz="800" b="0" i="0" dirty="0">
              <a:solidFill>
                <a:srgbClr val="000000"/>
              </a:solidFill>
              <a:effectLst/>
              <a:latin typeface="Poppins" panose="00000500000000000000" pitchFamily="2" charset="0"/>
            </a:endParaRPr>
          </a:p>
          <a:p>
            <a:pPr algn="l"/>
            <a:endParaRPr lang="en-US" sz="900" i="1" u="sng" dirty="0">
              <a:effectLst/>
              <a:latin typeface="Poppins" panose="00000500000000000000" pitchFamily="2" charset="0"/>
            </a:endParaRPr>
          </a:p>
          <a:p>
            <a:pPr algn="l"/>
            <a:endParaRPr lang="en-US" sz="1050" b="1" u="sng" dirty="0">
              <a:solidFill>
                <a:srgbClr val="000000"/>
              </a:solidFill>
              <a:latin typeface="Poppins" panose="00000500000000000000" pitchFamily="2" charset="0"/>
            </a:endParaRPr>
          </a:p>
          <a:p>
            <a:pPr algn="l"/>
            <a:endParaRPr lang="en-US" sz="1050" b="0" i="0" dirty="0">
              <a:solidFill>
                <a:srgbClr val="000000"/>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tabLst/>
            </a:pPr>
            <a:endParaRPr lang="en-IN" sz="900" dirty="0">
              <a:effectLst/>
              <a:latin typeface="Poppins" panose="00000500000000000000" pitchFamily="2" charset="0"/>
            </a:endParaRPr>
          </a:p>
        </p:txBody>
      </p:sp>
    </p:spTree>
    <p:extLst>
      <p:ext uri="{BB962C8B-B14F-4D97-AF65-F5344CB8AC3E}">
        <p14:creationId xmlns:p14="http://schemas.microsoft.com/office/powerpoint/2010/main" val="2116603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8C4E-A073-2054-8995-9348FED1636A}"/>
              </a:ext>
            </a:extLst>
          </p:cNvPr>
          <p:cNvSpPr>
            <a:spLocks noGrp="1"/>
          </p:cNvSpPr>
          <p:nvPr>
            <p:ph type="ctrTitle"/>
          </p:nvPr>
        </p:nvSpPr>
        <p:spPr>
          <a:xfrm>
            <a:off x="11993880" y="6684961"/>
            <a:ext cx="198120" cy="173039"/>
          </a:xfrm>
        </p:spPr>
        <p:txBody>
          <a:bodyPr>
            <a:noAutofit/>
          </a:bodyPr>
          <a:lstStyle/>
          <a:p>
            <a:r>
              <a:rPr lang="en-IN" sz="800" dirty="0"/>
              <a:t>4</a:t>
            </a:r>
          </a:p>
        </p:txBody>
      </p:sp>
      <p:sp>
        <p:nvSpPr>
          <p:cNvPr id="3" name="Subtitle 2">
            <a:extLst>
              <a:ext uri="{FF2B5EF4-FFF2-40B4-BE49-F238E27FC236}">
                <a16:creationId xmlns:a16="http://schemas.microsoft.com/office/drawing/2014/main" id="{FB0CDA8E-B85E-2450-114E-202C653800E9}"/>
              </a:ext>
            </a:extLst>
          </p:cNvPr>
          <p:cNvSpPr>
            <a:spLocks noGrp="1"/>
          </p:cNvSpPr>
          <p:nvPr>
            <p:ph type="subTitle" idx="1"/>
          </p:nvPr>
        </p:nvSpPr>
        <p:spPr>
          <a:xfrm>
            <a:off x="95693" y="106326"/>
            <a:ext cx="11898187" cy="6578635"/>
          </a:xfrm>
        </p:spPr>
        <p:txBody>
          <a:bodyPr>
            <a:normAutofit/>
          </a:bodyPr>
          <a:lstStyle/>
          <a:p>
            <a:pPr algn="l"/>
            <a:r>
              <a:rPr lang="en-IN" sz="900" i="1" u="sng" dirty="0">
                <a:effectLst/>
                <a:latin typeface="Poppins" panose="00000500000000000000" pitchFamily="2" charset="0"/>
              </a:rPr>
              <a:t>Setting Mandatory Attributes :-  </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The "</a:t>
            </a:r>
            <a:r>
              <a:rPr kumimoji="0" lang="en-US" altLang="en-US" sz="900" b="0" i="0" u="none" strike="noStrike" cap="none" normalizeH="0" baseline="0" dirty="0" err="1">
                <a:ln>
                  <a:noFill/>
                </a:ln>
                <a:solidFill>
                  <a:srgbClr val="000000"/>
                </a:solidFill>
                <a:effectLst/>
                <a:latin typeface="Poppins" panose="00000500000000000000" pitchFamily="2" charset="0"/>
                <a:cs typeface="Poppins" panose="00000500000000000000" pitchFamily="2" charset="0"/>
              </a:rPr>
              <a:t>src</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and "alt" attributes are essential for the proper functioning of the </a:t>
            </a:r>
            <a:r>
              <a:rPr kumimoji="0" lang="en-US" altLang="en-US" sz="900" b="0" i="0" u="none" strike="noStrike" cap="none" normalizeH="0" baseline="0" dirty="0">
                <a:ln>
                  <a:noFill/>
                </a:ln>
                <a:solidFill>
                  <a:srgbClr val="000000"/>
                </a:solidFill>
                <a:effectLst/>
                <a:latin typeface="ui-monospace"/>
              </a:rPr>
              <a:t>&lt;</a:t>
            </a:r>
            <a:r>
              <a:rPr kumimoji="0" lang="en-US" altLang="en-US" sz="900" b="0" i="0" u="none" strike="noStrike" cap="none" normalizeH="0" baseline="0" dirty="0" err="1">
                <a:ln>
                  <a:noFill/>
                </a:ln>
                <a:solidFill>
                  <a:srgbClr val="000000"/>
                </a:solidFill>
                <a:effectLst/>
                <a:latin typeface="ui-monospace"/>
              </a:rPr>
              <a:t>img</a:t>
            </a:r>
            <a:r>
              <a:rPr kumimoji="0" lang="en-US" altLang="en-US" sz="900" b="0" i="0" u="none" strike="noStrike" cap="none" normalizeH="0" baseline="0" dirty="0">
                <a:ln>
                  <a:noFill/>
                </a:ln>
                <a:solidFill>
                  <a:srgbClr val="000000"/>
                </a:solidFill>
                <a:effectLst/>
                <a:latin typeface="ui-monospace"/>
              </a:rPr>
              <a:t>&gt;</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tag.</a:t>
            </a:r>
            <a:r>
              <a:rPr kumimoji="0" lang="en-US" altLang="en-US" sz="900" b="0" i="0" u="none" strike="noStrike" cap="none" normalizeH="0" baseline="0" dirty="0">
                <a:ln>
                  <a:noFill/>
                </a:ln>
                <a:solidFill>
                  <a:schemeClr val="tx1"/>
                </a:solidFill>
                <a:effectLst/>
              </a:rPr>
              <a:t> </a:t>
            </a:r>
          </a:p>
          <a:p>
            <a:pPr algn="l"/>
            <a:r>
              <a:rPr lang="en-US" sz="900" i="0" dirty="0">
                <a:solidFill>
                  <a:srgbClr val="000000"/>
                </a:solidFill>
                <a:effectLst/>
                <a:latin typeface="Poppins" panose="00000500000000000000" pitchFamily="2" charset="0"/>
              </a:rPr>
              <a:t>1) </a:t>
            </a:r>
            <a:r>
              <a:rPr lang="en-US" sz="900" b="1" i="0" dirty="0" err="1">
                <a:solidFill>
                  <a:srgbClr val="000000"/>
                </a:solidFill>
                <a:effectLst/>
                <a:latin typeface="Poppins" panose="00000500000000000000" pitchFamily="2" charset="0"/>
              </a:rPr>
              <a:t>src</a:t>
            </a:r>
            <a:r>
              <a:rPr lang="en-US" sz="900" b="1" i="0" dirty="0">
                <a:solidFill>
                  <a:srgbClr val="000000"/>
                </a:solidFill>
                <a:effectLst/>
                <a:latin typeface="Poppins" panose="00000500000000000000" pitchFamily="2" charset="0"/>
              </a:rPr>
              <a:t> attribute:</a:t>
            </a:r>
            <a:r>
              <a:rPr lang="en-US" sz="900" b="0" i="0" dirty="0">
                <a:solidFill>
                  <a:srgbClr val="000000"/>
                </a:solidFill>
                <a:effectLst/>
                <a:latin typeface="Poppins" panose="00000500000000000000" pitchFamily="2" charset="0"/>
              </a:rPr>
              <a:t> Specifies the path to the image file.      2) </a:t>
            </a:r>
            <a:r>
              <a:rPr lang="en-US" sz="900" b="1" i="0" dirty="0">
                <a:solidFill>
                  <a:srgbClr val="000000"/>
                </a:solidFill>
                <a:effectLst/>
                <a:latin typeface="Poppins" panose="00000500000000000000" pitchFamily="2" charset="0"/>
              </a:rPr>
              <a:t>alt attribute:</a:t>
            </a:r>
            <a:r>
              <a:rPr lang="en-US" sz="900" b="0" i="0" dirty="0">
                <a:solidFill>
                  <a:srgbClr val="000000"/>
                </a:solidFill>
                <a:effectLst/>
                <a:latin typeface="Poppins" panose="00000500000000000000" pitchFamily="2" charset="0"/>
              </a:rPr>
              <a:t> Provides a text description for the image.</a:t>
            </a:r>
          </a:p>
          <a:p>
            <a:pPr algn="l"/>
            <a:r>
              <a:rPr lang="en-IN" sz="900" u="sng" dirty="0">
                <a:effectLst/>
                <a:latin typeface="Poppins" panose="00000500000000000000" pitchFamily="2" charset="0"/>
              </a:rPr>
              <a:t> Absolute URL </a:t>
            </a:r>
            <a:r>
              <a:rPr lang="en-IN" sz="900" dirty="0">
                <a:effectLst/>
                <a:latin typeface="Poppins" panose="00000500000000000000" pitchFamily="2" charset="0"/>
              </a:rPr>
              <a:t>:- &lt;</a:t>
            </a:r>
            <a:r>
              <a:rPr lang="en-IN" sz="900" dirty="0" err="1">
                <a:effectLst/>
                <a:latin typeface="Poppins" panose="00000500000000000000" pitchFamily="2" charset="0"/>
              </a:rPr>
              <a:t>img</a:t>
            </a:r>
            <a:r>
              <a:rPr lang="en-IN" sz="900" dirty="0">
                <a:effectLst/>
                <a:latin typeface="Poppins" panose="00000500000000000000" pitchFamily="2" charset="0"/>
              </a:rPr>
              <a:t> </a:t>
            </a:r>
            <a:r>
              <a:rPr lang="en-IN" sz="900" dirty="0" err="1">
                <a:effectLst/>
                <a:latin typeface="Poppins" panose="00000500000000000000" pitchFamily="2" charset="0"/>
              </a:rPr>
              <a:t>src</a:t>
            </a:r>
            <a:r>
              <a:rPr lang="en-IN" sz="900" dirty="0">
                <a:effectLst/>
                <a:latin typeface="Poppins" panose="00000500000000000000" pitchFamily="2" charset="0"/>
              </a:rPr>
              <a:t>= </a:t>
            </a:r>
            <a:r>
              <a:rPr lang="en-IN" sz="900" dirty="0">
                <a:effectLst/>
                <a:latin typeface="Poppins" panose="00000500000000000000" pitchFamily="2" charset="0"/>
                <a:hlinkClick r:id="rId2"/>
              </a:rPr>
              <a:t>https://images.unsplash.com/photo-1503023345310-bd7c1de61c7d?ixid=MXwxaki24362.124vffit=crop&amp;w=1301&amp;q=80</a:t>
            </a:r>
            <a:r>
              <a:rPr lang="en-IN" sz="900" dirty="0">
                <a:effectLst/>
                <a:latin typeface="Poppins" panose="00000500000000000000" pitchFamily="2" charset="0"/>
              </a:rPr>
              <a:t> alt=“Human Image”&gt;</a:t>
            </a:r>
          </a:p>
          <a:p>
            <a:pPr algn="l"/>
            <a:r>
              <a:rPr lang="en-US" sz="900" b="0" i="1" u="sng" dirty="0">
                <a:solidFill>
                  <a:srgbClr val="000000"/>
                </a:solidFill>
                <a:effectLst/>
                <a:latin typeface="Poppins" panose="00000500000000000000" pitchFamily="2" charset="0"/>
              </a:rPr>
              <a:t>Relative URL</a:t>
            </a:r>
            <a:r>
              <a:rPr lang="en-US" sz="900" b="0" i="0" dirty="0">
                <a:solidFill>
                  <a:srgbClr val="000000"/>
                </a:solidFill>
                <a:effectLst/>
                <a:latin typeface="Poppins" panose="00000500000000000000" pitchFamily="2" charset="0"/>
              </a:rPr>
              <a:t> :- </a:t>
            </a:r>
            <a:r>
              <a:rPr lang="en-US" sz="900" dirty="0">
                <a:solidFill>
                  <a:srgbClr val="000000"/>
                </a:solidFill>
                <a:latin typeface="Poppins" panose="00000500000000000000" pitchFamily="2" charset="0"/>
              </a:rPr>
              <a:t>&lt;</a:t>
            </a:r>
            <a:r>
              <a:rPr lang="en-US" sz="900" dirty="0" err="1">
                <a:solidFill>
                  <a:srgbClr val="000000"/>
                </a:solidFill>
                <a:latin typeface="Poppins" panose="00000500000000000000" pitchFamily="2" charset="0"/>
              </a:rPr>
              <a:t>img</a:t>
            </a:r>
            <a:r>
              <a:rPr lang="en-US" sz="900" dirty="0">
                <a:solidFill>
                  <a:srgbClr val="000000"/>
                </a:solidFill>
                <a:latin typeface="Poppins" panose="00000500000000000000" pitchFamily="2" charset="0"/>
              </a:rPr>
              <a:t> </a:t>
            </a:r>
            <a:r>
              <a:rPr lang="en-US" sz="900" dirty="0" err="1">
                <a:solidFill>
                  <a:srgbClr val="000000"/>
                </a:solidFill>
                <a:latin typeface="Poppins" panose="00000500000000000000" pitchFamily="2" charset="0"/>
              </a:rPr>
              <a:t>src</a:t>
            </a:r>
            <a:r>
              <a:rPr lang="en-US" sz="900" dirty="0">
                <a:solidFill>
                  <a:srgbClr val="000000"/>
                </a:solidFill>
                <a:latin typeface="Poppins" panose="00000500000000000000" pitchFamily="2" charset="0"/>
              </a:rPr>
              <a:t>= “ /</a:t>
            </a:r>
            <a:r>
              <a:rPr lang="en-US" sz="900" dirty="0" err="1">
                <a:solidFill>
                  <a:srgbClr val="000000"/>
                </a:solidFill>
                <a:latin typeface="Poppins" panose="00000500000000000000" pitchFamily="2" charset="0"/>
              </a:rPr>
              <a:t>image.jfif</a:t>
            </a:r>
            <a:r>
              <a:rPr lang="en-US" sz="900" dirty="0">
                <a:solidFill>
                  <a:srgbClr val="000000"/>
                </a:solidFill>
                <a:latin typeface="Poppins" panose="00000500000000000000" pitchFamily="2" charset="0"/>
              </a:rPr>
              <a:t>” alt=“Human Image”&gt;</a:t>
            </a:r>
          </a:p>
          <a:p>
            <a:pPr algn="l"/>
            <a:r>
              <a:rPr lang="en-IN" sz="900" i="1" u="sng" dirty="0">
                <a:effectLst/>
                <a:latin typeface="Poppins" panose="00000500000000000000" pitchFamily="2" charset="0"/>
              </a:rPr>
              <a:t>Setting Image Dimensions </a:t>
            </a:r>
            <a:r>
              <a:rPr lang="en-IN" sz="900" dirty="0">
                <a:effectLst/>
                <a:latin typeface="Poppins" panose="00000500000000000000" pitchFamily="2" charset="0"/>
              </a:rPr>
              <a:t>:- </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Although dimensions can be set using the "width" and "height" attributes in the </a:t>
            </a:r>
            <a:r>
              <a:rPr kumimoji="0" lang="en-US" altLang="en-US" sz="900" b="0" i="0" u="none" strike="noStrike" cap="none" normalizeH="0" baseline="0" dirty="0">
                <a:ln>
                  <a:noFill/>
                </a:ln>
                <a:solidFill>
                  <a:srgbClr val="000000"/>
                </a:solidFill>
                <a:effectLst/>
                <a:latin typeface="ui-monospace"/>
              </a:rPr>
              <a:t>&lt;</a:t>
            </a:r>
            <a:r>
              <a:rPr kumimoji="0" lang="en-US" altLang="en-US" sz="900" b="0" i="0" u="none" strike="noStrike" cap="none" normalizeH="0" baseline="0" dirty="0" err="1">
                <a:ln>
                  <a:noFill/>
                </a:ln>
                <a:solidFill>
                  <a:srgbClr val="000000"/>
                </a:solidFill>
                <a:effectLst/>
                <a:latin typeface="ui-monospace"/>
              </a:rPr>
              <a:t>img</a:t>
            </a:r>
            <a:r>
              <a:rPr kumimoji="0" lang="en-US" altLang="en-US" sz="900" b="0" i="0" u="none" strike="noStrike" cap="none" normalizeH="0" baseline="0" dirty="0">
                <a:ln>
                  <a:noFill/>
                </a:ln>
                <a:solidFill>
                  <a:srgbClr val="000000"/>
                </a:solidFill>
                <a:effectLst/>
                <a:latin typeface="ui-monospace"/>
              </a:rPr>
              <a:t>&gt;</a:t>
            </a:r>
            <a:r>
              <a:rPr kumimoji="0" lang="en-US" altLang="en-US" sz="900" b="0" i="0" u="none" strike="noStrike" cap="none" normalizeH="0" baseline="0" dirty="0">
                <a:ln>
                  <a:noFill/>
                </a:ln>
                <a:solidFill>
                  <a:srgbClr val="000000"/>
                </a:solidFill>
                <a:effectLst/>
                <a:latin typeface="Poppins" panose="00000500000000000000" pitchFamily="2" charset="0"/>
                <a:cs typeface="Poppins" panose="00000500000000000000" pitchFamily="2" charset="0"/>
              </a:rPr>
              <a:t> tag</a:t>
            </a:r>
            <a:r>
              <a:rPr kumimoji="0" lang="en-US" altLang="en-US" sz="900" b="0" i="0" u="none" strike="noStrike" cap="none" normalizeH="0" baseline="0" dirty="0">
                <a:ln>
                  <a:noFill/>
                </a:ln>
                <a:solidFill>
                  <a:schemeClr val="tx1"/>
                </a:solidFill>
                <a:effectLst/>
              </a:rPr>
              <a:t> </a:t>
            </a:r>
            <a:r>
              <a:rPr kumimoji="0" lang="en-US" altLang="en-US" sz="900" b="0" i="0" u="none" strike="noStrike" cap="none" normalizeH="0" baseline="0" dirty="0">
                <a:ln>
                  <a:noFill/>
                </a:ln>
                <a:solidFill>
                  <a:schemeClr val="tx1"/>
                </a:solidFill>
                <a:effectLst/>
                <a:latin typeface="Arial" panose="020B0604020202020204" pitchFamily="34" charset="0"/>
              </a:rPr>
              <a:t>.    </a:t>
            </a:r>
            <a:r>
              <a:rPr kumimoji="0" lang="en-US" altLang="en-US" sz="900" b="0" i="1" u="sng" strike="noStrike" cap="none" normalizeH="0" baseline="0" dirty="0">
                <a:ln>
                  <a:noFill/>
                </a:ln>
                <a:solidFill>
                  <a:schemeClr val="tx1"/>
                </a:solidFill>
                <a:effectLst/>
                <a:latin typeface="Arial" panose="020B0604020202020204" pitchFamily="34" charset="0"/>
              </a:rPr>
              <a:t>Ex</a:t>
            </a:r>
            <a:r>
              <a:rPr kumimoji="0" lang="en-US" altLang="en-US" sz="900" b="0" i="0" u="none" strike="noStrike" cap="none" normalizeH="0" baseline="0" dirty="0">
                <a:ln>
                  <a:noFill/>
                </a:ln>
                <a:solidFill>
                  <a:schemeClr val="tx1"/>
                </a:solidFill>
                <a:effectLst/>
                <a:latin typeface="Arial" panose="020B0604020202020204" pitchFamily="34" charset="0"/>
              </a:rPr>
              <a:t>:- </a:t>
            </a:r>
            <a:r>
              <a:rPr lang="en-IN" sz="900" dirty="0"/>
              <a:t> &lt;</a:t>
            </a:r>
            <a:r>
              <a:rPr lang="en-IN" sz="900" dirty="0" err="1"/>
              <a:t>img</a:t>
            </a:r>
            <a:r>
              <a:rPr lang="en-IN" sz="900" dirty="0"/>
              <a:t> </a:t>
            </a:r>
            <a:r>
              <a:rPr lang="en-IN" sz="900" dirty="0" err="1"/>
              <a:t>src</a:t>
            </a:r>
            <a:r>
              <a:rPr lang="en-IN" sz="900" dirty="0"/>
              <a:t>="image.png" alt="Description" width="300" height="100" /&gt;</a:t>
            </a:r>
          </a:p>
          <a:p>
            <a:pPr algn="l"/>
            <a:r>
              <a:rPr lang="en-IN" sz="1050" b="1" u="sng" dirty="0">
                <a:effectLst/>
                <a:latin typeface="Poppins" panose="00000500000000000000" pitchFamily="2" charset="0"/>
              </a:rPr>
              <a:t>Pre Tag :-</a:t>
            </a:r>
            <a:r>
              <a:rPr lang="en-IN" sz="1050" dirty="0">
                <a:effectLst/>
                <a:latin typeface="Poppins" panose="00000500000000000000" pitchFamily="2" charset="0"/>
              </a:rPr>
              <a:t>   HTML always ignores extra spaces and new lines. In order </a:t>
            </a:r>
            <a:r>
              <a:rPr lang="en-US" sz="1050" dirty="0">
                <a:effectLst/>
                <a:latin typeface="Poppins" panose="00000500000000000000" pitchFamily="2" charset="0"/>
              </a:rPr>
              <a:t>to display text as it is (without ignoring spaces &amp; next line) it is used.</a:t>
            </a:r>
          </a:p>
          <a:p>
            <a:pPr algn="l"/>
            <a:r>
              <a:rPr lang="en-US" sz="1050" i="1" u="sng" dirty="0">
                <a:latin typeface="Poppins" panose="00000500000000000000" pitchFamily="2" charset="0"/>
              </a:rPr>
              <a:t>Ex :-</a:t>
            </a:r>
            <a:r>
              <a:rPr lang="en-US" sz="1050" dirty="0">
                <a:effectLst/>
                <a:latin typeface="Poppins" panose="00000500000000000000" pitchFamily="2" charset="0"/>
              </a:rPr>
              <a:t>	&lt;pre&gt; This</a:t>
            </a:r>
          </a:p>
          <a:p>
            <a:pPr algn="l"/>
            <a:r>
              <a:rPr lang="en-US" sz="1050" dirty="0">
                <a:effectLst/>
                <a:latin typeface="Poppins" panose="00000500000000000000" pitchFamily="2" charset="0"/>
              </a:rPr>
              <a:t>	is a sample		=  {this is rendered as it is}</a:t>
            </a:r>
          </a:p>
          <a:p>
            <a:pPr algn="l"/>
            <a:r>
              <a:rPr lang="en-US" sz="1050" dirty="0">
                <a:effectLst/>
                <a:latin typeface="Poppins" panose="00000500000000000000" pitchFamily="2" charset="0"/>
              </a:rPr>
              <a:t>	text.</a:t>
            </a:r>
          </a:p>
          <a:p>
            <a:pPr algn="l"/>
            <a:r>
              <a:rPr lang="en-US" sz="1050" dirty="0">
                <a:effectLst/>
                <a:latin typeface="Poppins" panose="00000500000000000000" pitchFamily="2" charset="0"/>
              </a:rPr>
              <a:t>	&lt;/pre&gt;</a:t>
            </a:r>
            <a:endParaRPr lang="en-IN" sz="1050" dirty="0">
              <a:effectLst/>
              <a:latin typeface="Poppins" panose="00000500000000000000" pitchFamily="2" charset="0"/>
            </a:endParaRPr>
          </a:p>
          <a:p>
            <a:pPr algn="l"/>
            <a:r>
              <a:rPr lang="en-US" sz="1050" b="1" u="sng" dirty="0">
                <a:effectLst/>
                <a:latin typeface="Poppins" panose="00000500000000000000" pitchFamily="2" charset="0"/>
              </a:rPr>
              <a:t>Bold, Italic &amp; Underline Tags </a:t>
            </a:r>
            <a:r>
              <a:rPr lang="en-US" sz="1050" dirty="0">
                <a:effectLst/>
                <a:latin typeface="Poppins" panose="00000500000000000000" pitchFamily="2" charset="0"/>
              </a:rPr>
              <a:t> :- “ Used to highlight text in your page “</a:t>
            </a:r>
          </a:p>
          <a:p>
            <a:pPr marL="171450" indent="-171450" algn="l">
              <a:buFont typeface="Arial" panose="020B0604020202020204" pitchFamily="34" charset="0"/>
              <a:buChar char="•"/>
            </a:pPr>
            <a:r>
              <a:rPr lang="en-US" sz="1050" dirty="0">
                <a:effectLst/>
                <a:latin typeface="Poppins" panose="00000500000000000000" pitchFamily="2" charset="0"/>
              </a:rPr>
              <a:t>&lt;b&gt; Bold &lt;/b&gt;</a:t>
            </a:r>
          </a:p>
          <a:p>
            <a:pPr marL="171450" indent="-171450" algn="l">
              <a:buFont typeface="Arial" panose="020B0604020202020204" pitchFamily="34" charset="0"/>
              <a:buChar char="•"/>
            </a:pPr>
            <a:r>
              <a:rPr lang="en-US" sz="1050" dirty="0">
                <a:effectLst/>
                <a:latin typeface="Poppins" panose="00000500000000000000" pitchFamily="2" charset="0"/>
              </a:rPr>
              <a:t>&lt;</a:t>
            </a:r>
            <a:r>
              <a:rPr lang="en-US" sz="1050" dirty="0" err="1">
                <a:effectLst/>
                <a:latin typeface="Poppins" panose="00000500000000000000" pitchFamily="2" charset="0"/>
              </a:rPr>
              <a:t>i</a:t>
            </a:r>
            <a:r>
              <a:rPr lang="en-US" sz="1050" dirty="0">
                <a:effectLst/>
                <a:latin typeface="Poppins" panose="00000500000000000000" pitchFamily="2" charset="0"/>
              </a:rPr>
              <a:t>&gt; Italic &lt;/</a:t>
            </a:r>
            <a:r>
              <a:rPr lang="en-US" sz="1050" dirty="0" err="1">
                <a:effectLst/>
                <a:latin typeface="Poppins" panose="00000500000000000000" pitchFamily="2" charset="0"/>
              </a:rPr>
              <a:t>i</a:t>
            </a:r>
            <a:r>
              <a:rPr lang="en-US" sz="1050" dirty="0">
                <a:effectLst/>
                <a:latin typeface="Poppins" panose="00000500000000000000" pitchFamily="2" charset="0"/>
              </a:rPr>
              <a:t>&gt;</a:t>
            </a:r>
          </a:p>
          <a:p>
            <a:pPr marL="171450" indent="-171450" algn="l">
              <a:buFont typeface="Arial" panose="020B0604020202020204" pitchFamily="34" charset="0"/>
              <a:buChar char="•"/>
            </a:pPr>
            <a:r>
              <a:rPr lang="en-US" sz="1050" dirty="0">
                <a:effectLst/>
                <a:latin typeface="Poppins" panose="00000500000000000000" pitchFamily="2" charset="0"/>
              </a:rPr>
              <a:t>&lt;u&gt; Underline &lt;/u&gt;</a:t>
            </a:r>
          </a:p>
          <a:p>
            <a:pPr algn="l"/>
            <a:r>
              <a:rPr lang="en-US" sz="1050" b="1" u="sng" dirty="0">
                <a:effectLst/>
                <a:latin typeface="Poppins" panose="00000500000000000000" pitchFamily="2" charset="0"/>
              </a:rPr>
              <a:t>Big &amp; Small Tags</a:t>
            </a:r>
            <a:r>
              <a:rPr lang="en-US" sz="1050" dirty="0">
                <a:effectLst/>
                <a:latin typeface="Poppins" panose="00000500000000000000" pitchFamily="2" charset="0"/>
              </a:rPr>
              <a:t> :- “ Used to display big &amp; small text on your page “</a:t>
            </a:r>
          </a:p>
          <a:p>
            <a:pPr marL="171450" indent="-171450" algn="l">
              <a:buFont typeface="Arial" panose="020B0604020202020204" pitchFamily="34" charset="0"/>
              <a:buChar char="•"/>
            </a:pPr>
            <a:r>
              <a:rPr lang="en-US" sz="1050" dirty="0">
                <a:effectLst/>
                <a:latin typeface="Poppins" panose="00000500000000000000" pitchFamily="2" charset="0"/>
              </a:rPr>
              <a:t>&lt;big&gt; Big &lt;/big&gt;</a:t>
            </a:r>
          </a:p>
          <a:p>
            <a:pPr marL="171450" indent="-171450" algn="l">
              <a:buFont typeface="Arial" panose="020B0604020202020204" pitchFamily="34" charset="0"/>
              <a:buChar char="•"/>
            </a:pPr>
            <a:r>
              <a:rPr lang="en-US" sz="1050" dirty="0">
                <a:effectLst/>
                <a:latin typeface="Poppins" panose="00000500000000000000" pitchFamily="2" charset="0"/>
              </a:rPr>
              <a:t>&lt;small&gt; Small &lt;/small&gt;</a:t>
            </a:r>
          </a:p>
          <a:p>
            <a:pPr algn="l"/>
            <a:r>
              <a:rPr lang="en-US" sz="1100" b="1" u="sng" dirty="0">
                <a:effectLst/>
                <a:latin typeface="Poppins" panose="00000500000000000000" pitchFamily="2" charset="0"/>
              </a:rPr>
              <a:t>Subscript &amp; Superscript Tag</a:t>
            </a:r>
            <a:r>
              <a:rPr lang="en-US" sz="1100" dirty="0">
                <a:effectLst/>
                <a:latin typeface="Poppins" panose="00000500000000000000" pitchFamily="2" charset="0"/>
              </a:rPr>
              <a:t> :- “ </a:t>
            </a:r>
            <a:r>
              <a:rPr lang="en-US" sz="1050" dirty="0">
                <a:effectLst/>
                <a:latin typeface="Poppins" panose="00000500000000000000" pitchFamily="2" charset="0"/>
              </a:rPr>
              <a:t>Used to add subscript and superscript in HTML “</a:t>
            </a:r>
          </a:p>
          <a:p>
            <a:pPr algn="l"/>
            <a:r>
              <a:rPr lang="en-US" sz="1050" dirty="0">
                <a:effectLst/>
                <a:latin typeface="Poppins" panose="00000500000000000000" pitchFamily="2" charset="0"/>
              </a:rPr>
              <a:t>&lt;sub&gt; subscript &lt;/sub&gt;     --</a:t>
            </a:r>
            <a:r>
              <a:rPr lang="en-US" sz="1050" dirty="0">
                <a:effectLst/>
                <a:latin typeface="Poppins" panose="00000500000000000000" pitchFamily="2" charset="0"/>
                <a:sym typeface="Wingdings" panose="05000000000000000000" pitchFamily="2" charset="2"/>
              </a:rPr>
              <a:t>  </a:t>
            </a:r>
            <a:r>
              <a:rPr lang="en-US" sz="1050" dirty="0">
                <a:effectLst/>
                <a:latin typeface="Poppins" panose="00000500000000000000" pitchFamily="2" charset="0"/>
              </a:rPr>
              <a:t>H2O</a:t>
            </a:r>
          </a:p>
          <a:p>
            <a:pPr algn="l"/>
            <a:r>
              <a:rPr lang="en-US" sz="1050" dirty="0">
                <a:effectLst/>
                <a:latin typeface="Poppins" panose="00000500000000000000" pitchFamily="2" charset="0"/>
              </a:rPr>
              <a:t>&lt;sup&gt; superscript &lt;/sup&gt;     --</a:t>
            </a:r>
            <a:r>
              <a:rPr lang="en-US" sz="1050" dirty="0">
                <a:effectLst/>
                <a:latin typeface="Poppins" panose="00000500000000000000" pitchFamily="2" charset="0"/>
                <a:sym typeface="Wingdings" panose="05000000000000000000" pitchFamily="2" charset="2"/>
              </a:rPr>
              <a:t> </a:t>
            </a:r>
            <a:r>
              <a:rPr lang="en-US" sz="1050" dirty="0" err="1">
                <a:effectLst/>
                <a:latin typeface="Poppins" panose="00000500000000000000" pitchFamily="2" charset="0"/>
              </a:rPr>
              <a:t>A^n</a:t>
            </a:r>
            <a:r>
              <a:rPr lang="en-US" sz="1050" dirty="0">
                <a:effectLst/>
                <a:latin typeface="Poppins" panose="00000500000000000000" pitchFamily="2" charset="0"/>
              </a:rPr>
              <a:t>+ B</a:t>
            </a:r>
            <a:endParaRPr lang="en-IN" sz="1050" dirty="0">
              <a:effectLst/>
              <a:latin typeface="Poppins" panose="00000500000000000000" pitchFamily="2" charset="0"/>
            </a:endParaRPr>
          </a:p>
          <a:p>
            <a:pPr algn="l"/>
            <a:endParaRPr lang="en-IN" sz="900" dirty="0"/>
          </a:p>
        </p:txBody>
      </p:sp>
    </p:spTree>
    <p:extLst>
      <p:ext uri="{BB962C8B-B14F-4D97-AF65-F5344CB8AC3E}">
        <p14:creationId xmlns:p14="http://schemas.microsoft.com/office/powerpoint/2010/main" val="1630666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A599-0F9C-8191-077F-39D729591299}"/>
              </a:ext>
            </a:extLst>
          </p:cNvPr>
          <p:cNvSpPr>
            <a:spLocks noGrp="1"/>
          </p:cNvSpPr>
          <p:nvPr>
            <p:ph type="ctrTitle"/>
          </p:nvPr>
        </p:nvSpPr>
        <p:spPr>
          <a:xfrm>
            <a:off x="12044516" y="6715760"/>
            <a:ext cx="147484" cy="142240"/>
          </a:xfrm>
        </p:spPr>
        <p:txBody>
          <a:bodyPr>
            <a:normAutofit fontScale="90000"/>
          </a:bodyPr>
          <a:lstStyle/>
          <a:p>
            <a:r>
              <a:rPr lang="en-IN" sz="800" dirty="0"/>
              <a:t>5</a:t>
            </a:r>
          </a:p>
        </p:txBody>
      </p:sp>
      <p:sp>
        <p:nvSpPr>
          <p:cNvPr id="3" name="Subtitle 2">
            <a:extLst>
              <a:ext uri="{FF2B5EF4-FFF2-40B4-BE49-F238E27FC236}">
                <a16:creationId xmlns:a16="http://schemas.microsoft.com/office/drawing/2014/main" id="{42CF3114-C27E-AD8B-78BC-939723ED2EEE}"/>
              </a:ext>
            </a:extLst>
          </p:cNvPr>
          <p:cNvSpPr>
            <a:spLocks noGrp="1"/>
          </p:cNvSpPr>
          <p:nvPr>
            <p:ph type="subTitle" idx="1"/>
          </p:nvPr>
        </p:nvSpPr>
        <p:spPr>
          <a:xfrm>
            <a:off x="127819" y="159610"/>
            <a:ext cx="11916697" cy="6627270"/>
          </a:xfrm>
        </p:spPr>
        <p:txBody>
          <a:bodyPr>
            <a:normAutofit/>
          </a:bodyPr>
          <a:lstStyle/>
          <a:p>
            <a:pPr algn="l"/>
            <a:r>
              <a:rPr lang="en-IN" sz="1400" dirty="0"/>
              <a:t>					</a:t>
            </a:r>
            <a:r>
              <a:rPr lang="en-IN" sz="1400" b="1" u="sng" dirty="0"/>
              <a:t>Page Layout Techniques</a:t>
            </a:r>
            <a:r>
              <a:rPr lang="en-IN" sz="1400" b="1" dirty="0"/>
              <a:t> :-</a:t>
            </a:r>
          </a:p>
          <a:p>
            <a:pPr algn="l"/>
            <a:r>
              <a:rPr lang="en-IN" sz="1050" dirty="0"/>
              <a:t>When we use the right tags in right place, it results in a better page layout, better indexing by search engines and better user experience and also using semantic tags for layout.</a:t>
            </a:r>
          </a:p>
          <a:p>
            <a:pPr algn="l"/>
            <a:r>
              <a:rPr lang="en-IN" sz="1050" dirty="0"/>
              <a:t>&lt;header&gt;  :-   </a:t>
            </a:r>
            <a:r>
              <a:rPr lang="en-IN" sz="1050" b="0" i="0" dirty="0">
                <a:solidFill>
                  <a:srgbClr val="000000"/>
                </a:solidFill>
                <a:effectLst/>
                <a:latin typeface="Poppins" panose="00000500000000000000" pitchFamily="2" charset="0"/>
              </a:rPr>
              <a:t>Header section (contains nav tag </a:t>
            </a:r>
            <a:r>
              <a:rPr lang="en-IN" sz="900" b="0" i="0" dirty="0">
                <a:solidFill>
                  <a:srgbClr val="000000"/>
                </a:solidFill>
                <a:effectLst/>
                <a:latin typeface="Poppins" panose="00000500000000000000" pitchFamily="2" charset="0"/>
              </a:rPr>
              <a:t>which helps to navigate like in websites like amazon etc ther</a:t>
            </a:r>
            <a:r>
              <a:rPr lang="en-IN" sz="900" dirty="0">
                <a:solidFill>
                  <a:srgbClr val="000000"/>
                </a:solidFill>
                <a:latin typeface="Poppins" panose="00000500000000000000" pitchFamily="2" charset="0"/>
              </a:rPr>
              <a:t>e is home, about, etc it helps to navigate among them  {&lt;nav&gt; home about &lt;/nav&gt; }</a:t>
            </a:r>
            <a:r>
              <a:rPr lang="en-IN" sz="1050" dirty="0">
                <a:solidFill>
                  <a:srgbClr val="000000"/>
                </a:solidFill>
                <a:latin typeface="Poppins" panose="00000500000000000000" pitchFamily="2" charset="0"/>
              </a:rPr>
              <a:t> )</a:t>
            </a:r>
            <a:endParaRPr lang="en-IN" sz="1050" dirty="0"/>
          </a:p>
          <a:p>
            <a:pPr algn="l"/>
            <a:r>
              <a:rPr lang="en-IN" sz="1050" dirty="0"/>
              <a:t>&lt;main&gt;      :-   Main section            </a:t>
            </a:r>
          </a:p>
          <a:p>
            <a:pPr algn="l"/>
            <a:r>
              <a:rPr lang="en-IN" sz="1050" dirty="0"/>
              <a:t>&lt;footer&gt;    :-   </a:t>
            </a:r>
            <a:r>
              <a:rPr lang="en-IN" sz="1050" b="0" i="0" dirty="0">
                <a:solidFill>
                  <a:srgbClr val="000000"/>
                </a:solidFill>
                <a:effectLst/>
                <a:latin typeface="Poppins" panose="00000500000000000000" pitchFamily="2" charset="0"/>
              </a:rPr>
              <a:t>Footer </a:t>
            </a:r>
            <a:r>
              <a:rPr lang="en-IN" sz="1050" dirty="0"/>
              <a:t>section</a:t>
            </a:r>
          </a:p>
          <a:p>
            <a:pPr algn="l"/>
            <a:r>
              <a:rPr lang="en-IN" sz="1050" b="1" u="sng" dirty="0"/>
              <a:t>Inside Main Tag</a:t>
            </a:r>
            <a:r>
              <a:rPr lang="en-IN" sz="1050" dirty="0"/>
              <a:t> :-</a:t>
            </a:r>
            <a:endParaRPr lang="en-IN" sz="1050" b="1" u="sng" dirty="0"/>
          </a:p>
          <a:p>
            <a:pPr algn="l"/>
            <a:r>
              <a:rPr lang="en-IN" sz="1050" dirty="0"/>
              <a:t>&lt;main&gt;    </a:t>
            </a:r>
            <a:r>
              <a:rPr lang="en-IN" sz="1050" dirty="0">
                <a:sym typeface="Wingdings" panose="05000000000000000000" pitchFamily="2" charset="2"/>
              </a:rPr>
              <a:t> main opening tag</a:t>
            </a:r>
            <a:endParaRPr lang="en-IN" sz="1050" dirty="0"/>
          </a:p>
          <a:p>
            <a:pPr algn="l"/>
            <a:r>
              <a:rPr lang="en-IN" sz="1050" dirty="0"/>
              <a:t>Section Tag          &lt;section&gt;         For a section on your page</a:t>
            </a:r>
          </a:p>
          <a:p>
            <a:pPr algn="l"/>
            <a:r>
              <a:rPr lang="en-IN" sz="1050" dirty="0"/>
              <a:t>Article Tag	&lt;article&gt;          For an article on your page</a:t>
            </a:r>
          </a:p>
          <a:p>
            <a:pPr algn="l"/>
            <a:r>
              <a:rPr lang="en-IN" sz="1050" dirty="0"/>
              <a:t>Aside Tag	&lt;aside&gt;            For content aside main content(ads)</a:t>
            </a:r>
          </a:p>
          <a:p>
            <a:pPr algn="l"/>
            <a:r>
              <a:rPr lang="en-IN" sz="1050" dirty="0"/>
              <a:t>&lt;/main&gt;   </a:t>
            </a:r>
            <a:r>
              <a:rPr lang="en-IN" sz="1050" dirty="0">
                <a:sym typeface="Wingdings" panose="05000000000000000000" pitchFamily="2" charset="2"/>
              </a:rPr>
              <a:t> main closing tag</a:t>
            </a:r>
          </a:p>
          <a:p>
            <a:pPr marL="171450" indent="-171450" algn="l">
              <a:buFont typeface="Arial" panose="020B0604020202020204" pitchFamily="34" charset="0"/>
              <a:buChar char="•"/>
            </a:pPr>
            <a:r>
              <a:rPr lang="en-IN" sz="900" dirty="0">
                <a:sym typeface="Wingdings" panose="05000000000000000000" pitchFamily="2" charset="2"/>
              </a:rPr>
              <a:t>Creating page like this is not necessary but it creates a readable and structured layout. Also they are useful for SEO </a:t>
            </a:r>
            <a:r>
              <a:rPr lang="en-IN" sz="1050" dirty="0">
                <a:sym typeface="Wingdings" panose="05000000000000000000" pitchFamily="2" charset="2"/>
              </a:rPr>
              <a:t>.</a:t>
            </a:r>
          </a:p>
          <a:p>
            <a:pPr algn="l"/>
            <a:r>
              <a:rPr lang="en-IN" sz="1050" b="1" u="sng" dirty="0">
                <a:sym typeface="Wingdings" panose="05000000000000000000" pitchFamily="2" charset="2"/>
              </a:rPr>
              <a:t>Link attributes </a:t>
            </a:r>
            <a:r>
              <a:rPr lang="en-IN" sz="1050" b="1" dirty="0">
                <a:sym typeface="Wingdings" panose="05000000000000000000" pitchFamily="2" charset="2"/>
              </a:rPr>
              <a:t>:- </a:t>
            </a:r>
          </a:p>
          <a:p>
            <a:pPr algn="l"/>
            <a:r>
              <a:rPr lang="en-IN" sz="1050" u="sng" dirty="0">
                <a:sym typeface="Wingdings" panose="05000000000000000000" pitchFamily="2" charset="2"/>
              </a:rPr>
              <a:t>Anchor Tag</a:t>
            </a:r>
            <a:r>
              <a:rPr lang="en-IN" sz="1050" dirty="0">
                <a:sym typeface="Wingdings" panose="05000000000000000000" pitchFamily="2" charset="2"/>
              </a:rPr>
              <a:t> :-    </a:t>
            </a:r>
            <a:r>
              <a:rPr lang="en-US" sz="1050" dirty="0">
                <a:sym typeface="Wingdings" panose="05000000000000000000" pitchFamily="2" charset="2"/>
              </a:rPr>
              <a:t>&lt;a </a:t>
            </a:r>
            <a:r>
              <a:rPr lang="en-US" sz="1050" dirty="0" err="1">
                <a:sym typeface="Wingdings" panose="05000000000000000000" pitchFamily="2" charset="2"/>
              </a:rPr>
              <a:t>href</a:t>
            </a:r>
            <a:r>
              <a:rPr lang="en-US" sz="1050" dirty="0">
                <a:sym typeface="Wingdings" panose="05000000000000000000" pitchFamily="2" charset="2"/>
              </a:rPr>
              <a:t>="https://google.com" &gt; Google &lt;/a&gt;	</a:t>
            </a:r>
            <a:r>
              <a:rPr lang="en-US" sz="800" dirty="0">
                <a:sym typeface="Wingdings" panose="05000000000000000000" pitchFamily="2" charset="2"/>
              </a:rPr>
              <a:t>opens in same tab</a:t>
            </a:r>
            <a:endParaRPr lang="en-IN" sz="800" u="sng" dirty="0">
              <a:sym typeface="Wingdings" panose="05000000000000000000" pitchFamily="2" charset="2"/>
            </a:endParaRPr>
          </a:p>
          <a:p>
            <a:pPr algn="l"/>
            <a:r>
              <a:rPr lang="en-IN" sz="1050" dirty="0"/>
              <a:t>                             </a:t>
            </a:r>
            <a:r>
              <a:rPr lang="en-US" sz="1050" dirty="0"/>
              <a:t>&lt;a </a:t>
            </a:r>
            <a:r>
              <a:rPr lang="en-US" sz="1050" dirty="0" err="1"/>
              <a:t>href</a:t>
            </a:r>
            <a:r>
              <a:rPr lang="en-US" sz="1050" dirty="0"/>
              <a:t>="https://google.com" target="_main"&gt; Google &lt;/a&gt;     </a:t>
            </a:r>
            <a:endParaRPr lang="en-IN" sz="1050" dirty="0"/>
          </a:p>
          <a:p>
            <a:pPr algn="l"/>
            <a:r>
              <a:rPr lang="en-IN" sz="1050" dirty="0"/>
              <a:t>                             </a:t>
            </a:r>
            <a:r>
              <a:rPr lang="en-US" sz="1050" dirty="0"/>
              <a:t>&lt;a </a:t>
            </a:r>
            <a:r>
              <a:rPr lang="en-US" sz="1050" dirty="0" err="1"/>
              <a:t>href</a:t>
            </a:r>
            <a:r>
              <a:rPr lang="en-US" sz="1050" dirty="0"/>
              <a:t>="https://google.com" target="_blank"&gt; Google &lt;/a&gt;</a:t>
            </a:r>
          </a:p>
          <a:p>
            <a:pPr algn="l"/>
            <a:r>
              <a:rPr lang="en-IN" sz="1050" dirty="0"/>
              <a:t>                             </a:t>
            </a:r>
            <a:r>
              <a:rPr lang="pt-BR" sz="1050" dirty="0"/>
              <a:t>&lt;a href="https://google.com"&gt; &lt;img src="link“ width=“120”&gt; &lt;/a&gt;         </a:t>
            </a:r>
            <a:r>
              <a:rPr lang="pt-BR" sz="800" dirty="0"/>
              <a:t>clickable picture   (we can add links to image like this ) </a:t>
            </a:r>
          </a:p>
          <a:p>
            <a:pPr algn="l"/>
            <a:r>
              <a:rPr lang="pt-BR" sz="800" dirty="0"/>
              <a:t>We can put any content inside an anchor tag ( images, readings etc are all allowed ).</a:t>
            </a:r>
            <a:endParaRPr lang="en-IN" sz="1050" dirty="0"/>
          </a:p>
          <a:p>
            <a:pPr algn="l"/>
            <a:r>
              <a:rPr lang="en-IN" sz="1050" u="sng" dirty="0"/>
              <a:t>Image Tag</a:t>
            </a:r>
            <a:r>
              <a:rPr lang="en-IN" sz="1050" dirty="0"/>
              <a:t> :-  </a:t>
            </a:r>
            <a:r>
              <a:rPr lang="en-US" sz="1050" dirty="0"/>
              <a:t>&lt;</a:t>
            </a:r>
            <a:r>
              <a:rPr lang="en-US" sz="1050" dirty="0" err="1"/>
              <a:t>img</a:t>
            </a:r>
            <a:r>
              <a:rPr lang="en-US" sz="1050" dirty="0"/>
              <a:t> </a:t>
            </a:r>
            <a:r>
              <a:rPr lang="en-US" sz="1050" dirty="0" err="1"/>
              <a:t>src</a:t>
            </a:r>
            <a:r>
              <a:rPr lang="en-US" sz="1050" dirty="0"/>
              <a:t>="link" height=50px &gt;       </a:t>
            </a:r>
            <a:r>
              <a:rPr lang="en-US" sz="1050" dirty="0">
                <a:sym typeface="Wingdings" panose="05000000000000000000" pitchFamily="2" charset="2"/>
              </a:rPr>
              <a:t>   </a:t>
            </a:r>
            <a:r>
              <a:rPr lang="en-US" sz="900" dirty="0">
                <a:sym typeface="Wingdings" panose="05000000000000000000" pitchFamily="2" charset="2"/>
              </a:rPr>
              <a:t>set height</a:t>
            </a:r>
            <a:endParaRPr lang="en-IN" sz="900" u="sng" dirty="0"/>
          </a:p>
          <a:p>
            <a:pPr algn="l"/>
            <a:r>
              <a:rPr lang="en-IN" sz="1050" dirty="0"/>
              <a:t>                        </a:t>
            </a:r>
            <a:r>
              <a:rPr lang="en-US" sz="1050" dirty="0"/>
              <a:t>&lt;</a:t>
            </a:r>
            <a:r>
              <a:rPr lang="en-US" sz="1050" dirty="0" err="1"/>
              <a:t>img</a:t>
            </a:r>
            <a:r>
              <a:rPr lang="en-US" sz="1050" dirty="0"/>
              <a:t> </a:t>
            </a:r>
            <a:r>
              <a:rPr lang="en-US" sz="1050" dirty="0" err="1"/>
              <a:t>src</a:t>
            </a:r>
            <a:r>
              <a:rPr lang="en-US" sz="1050" dirty="0"/>
              <a:t>="link" width=50px &gt;        </a:t>
            </a:r>
            <a:r>
              <a:rPr lang="en-US" sz="1050" dirty="0">
                <a:sym typeface="Wingdings" panose="05000000000000000000" pitchFamily="2" charset="2"/>
              </a:rPr>
              <a:t>   </a:t>
            </a:r>
            <a:r>
              <a:rPr lang="en-US" sz="900" dirty="0">
                <a:sym typeface="Wingdings" panose="05000000000000000000" pitchFamily="2" charset="2"/>
              </a:rPr>
              <a:t>set width</a:t>
            </a:r>
            <a:endParaRPr lang="en-IN" sz="900" dirty="0"/>
          </a:p>
          <a:p>
            <a:pPr marL="171450" indent="-171450" algn="l">
              <a:buFont typeface="Arial" panose="020B0604020202020204" pitchFamily="34" charset="0"/>
              <a:buChar char="•"/>
            </a:pPr>
            <a:r>
              <a:rPr lang="en-IN" sz="1050" dirty="0"/>
              <a:t>If the page is inside the directory we need to make sure that we link to the correct page (this applies to both of the above tags).</a:t>
            </a:r>
          </a:p>
          <a:p>
            <a:pPr algn="l"/>
            <a:r>
              <a:rPr lang="en-US" sz="1050" b="1" u="sng" dirty="0"/>
              <a:t>Div Tag</a:t>
            </a:r>
            <a:r>
              <a:rPr lang="en-US" sz="1050" dirty="0"/>
              <a:t> :-  Div is a container used for other HTML elements. It is Block Element (takes full width)</a:t>
            </a:r>
            <a:endParaRPr lang="en-IN" sz="1050" dirty="0"/>
          </a:p>
          <a:p>
            <a:pPr algn="l"/>
            <a:r>
              <a:rPr lang="en-IN" sz="1050" b="1" u="sng" dirty="0"/>
              <a:t>Span Tag</a:t>
            </a:r>
            <a:r>
              <a:rPr lang="en-IN" sz="1050" dirty="0"/>
              <a:t> :- </a:t>
            </a:r>
            <a:r>
              <a:rPr lang="en-US" sz="1050" dirty="0"/>
              <a:t>Span is also a container used for other HTML elements. It is Inline Element (takes width as per size)</a:t>
            </a:r>
            <a:endParaRPr lang="en-IN" sz="1050" b="1" u="sng" dirty="0"/>
          </a:p>
          <a:p>
            <a:pPr algn="l"/>
            <a:r>
              <a:rPr lang="en-IN" sz="800" dirty="0"/>
              <a:t>(list of them is given in </a:t>
            </a:r>
            <a:r>
              <a:rPr lang="en-IN" sz="800" dirty="0" err="1"/>
              <a:t>apna</a:t>
            </a:r>
            <a:r>
              <a:rPr lang="en-IN" sz="800" dirty="0"/>
              <a:t> college one shot notes  </a:t>
            </a:r>
            <a:r>
              <a:rPr lang="en-IN" sz="800" dirty="0" err="1"/>
              <a:t>pgno</a:t>
            </a:r>
            <a:r>
              <a:rPr lang="en-IN" sz="800" dirty="0"/>
              <a:t>. 28,30)</a:t>
            </a:r>
          </a:p>
          <a:p>
            <a:pPr algn="l"/>
            <a:endParaRPr lang="en-IN" sz="1050"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E6B1B2C4-D5F6-E8B9-3363-A577F1552AC4}"/>
                  </a:ext>
                </a:extLst>
              </p14:cNvPr>
              <p14:cNvContentPartPr/>
              <p14:nvPr/>
            </p14:nvContentPartPr>
            <p14:xfrm>
              <a:off x="4395960" y="4218280"/>
              <a:ext cx="192960" cy="125280"/>
            </p14:xfrm>
          </p:contentPart>
        </mc:Choice>
        <mc:Fallback xmlns="">
          <p:pic>
            <p:nvPicPr>
              <p:cNvPr id="8" name="Ink 7">
                <a:extLst>
                  <a:ext uri="{FF2B5EF4-FFF2-40B4-BE49-F238E27FC236}">
                    <a16:creationId xmlns:a16="http://schemas.microsoft.com/office/drawing/2014/main" id="{E6B1B2C4-D5F6-E8B9-3363-A577F1552AC4}"/>
                  </a:ext>
                </a:extLst>
              </p:cNvPr>
              <p:cNvPicPr/>
              <p:nvPr/>
            </p:nvPicPr>
            <p:blipFill>
              <a:blip r:embed="rId3"/>
              <a:stretch>
                <a:fillRect/>
              </a:stretch>
            </p:blipFill>
            <p:spPr>
              <a:xfrm>
                <a:off x="4389840" y="4212160"/>
                <a:ext cx="2052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30703B91-1AC6-CDCB-2932-6DB191222B0A}"/>
                  </a:ext>
                </a:extLst>
              </p14:cNvPr>
              <p14:cNvContentPartPr/>
              <p14:nvPr/>
            </p14:nvContentPartPr>
            <p14:xfrm>
              <a:off x="4365360" y="4148800"/>
              <a:ext cx="226800" cy="87480"/>
            </p14:xfrm>
          </p:contentPart>
        </mc:Choice>
        <mc:Fallback xmlns="">
          <p:pic>
            <p:nvPicPr>
              <p:cNvPr id="9" name="Ink 8">
                <a:extLst>
                  <a:ext uri="{FF2B5EF4-FFF2-40B4-BE49-F238E27FC236}">
                    <a16:creationId xmlns:a16="http://schemas.microsoft.com/office/drawing/2014/main" id="{30703B91-1AC6-CDCB-2932-6DB191222B0A}"/>
                  </a:ext>
                </a:extLst>
              </p:cNvPr>
              <p:cNvPicPr/>
              <p:nvPr/>
            </p:nvPicPr>
            <p:blipFill>
              <a:blip r:embed="rId5"/>
              <a:stretch>
                <a:fillRect/>
              </a:stretch>
            </p:blipFill>
            <p:spPr>
              <a:xfrm>
                <a:off x="4359240" y="4142320"/>
                <a:ext cx="239040" cy="99720"/>
              </a:xfrm>
              <a:prstGeom prst="rect">
                <a:avLst/>
              </a:prstGeom>
            </p:spPr>
          </p:pic>
        </mc:Fallback>
      </mc:AlternateContent>
      <p:sp>
        <p:nvSpPr>
          <p:cNvPr id="11" name="TextBox 10">
            <a:extLst>
              <a:ext uri="{FF2B5EF4-FFF2-40B4-BE49-F238E27FC236}">
                <a16:creationId xmlns:a16="http://schemas.microsoft.com/office/drawing/2014/main" id="{2A2618A1-F4CD-67E2-7508-09CA963F9AE4}"/>
              </a:ext>
            </a:extLst>
          </p:cNvPr>
          <p:cNvSpPr txBox="1"/>
          <p:nvPr/>
        </p:nvSpPr>
        <p:spPr>
          <a:xfrm>
            <a:off x="4619520" y="4128116"/>
            <a:ext cx="920715" cy="215444"/>
          </a:xfrm>
          <a:prstGeom prst="rect">
            <a:avLst/>
          </a:prstGeom>
          <a:noFill/>
        </p:spPr>
        <p:txBody>
          <a:bodyPr wrap="square" rtlCol="0">
            <a:spAutoFit/>
          </a:bodyPr>
          <a:lstStyle/>
          <a:p>
            <a:r>
              <a:rPr lang="en-IN" sz="800" dirty="0"/>
              <a:t>Opens in new tab</a:t>
            </a:r>
          </a:p>
        </p:txBody>
      </p:sp>
      <p:sp>
        <p:nvSpPr>
          <p:cNvPr id="14" name="TextBox 13">
            <a:extLst>
              <a:ext uri="{FF2B5EF4-FFF2-40B4-BE49-F238E27FC236}">
                <a16:creationId xmlns:a16="http://schemas.microsoft.com/office/drawing/2014/main" id="{A0F4DB56-BF95-7B3A-BD24-7A67D05E3FAE}"/>
              </a:ext>
            </a:extLst>
          </p:cNvPr>
          <p:cNvSpPr txBox="1"/>
          <p:nvPr/>
        </p:nvSpPr>
        <p:spPr>
          <a:xfrm>
            <a:off x="3584760" y="5165986"/>
            <a:ext cx="5460180" cy="246221"/>
          </a:xfrm>
          <a:prstGeom prst="rect">
            <a:avLst/>
          </a:prstGeom>
          <a:noFill/>
        </p:spPr>
        <p:txBody>
          <a:bodyPr wrap="square" rtlCol="0">
            <a:spAutoFit/>
          </a:bodyPr>
          <a:lstStyle/>
          <a:p>
            <a:r>
              <a:rPr lang="en-IN" sz="1000" dirty="0"/>
              <a:t>Setting one i.e., either height or width will set other, but setting both will destroy the aspect ratio.</a:t>
            </a:r>
          </a:p>
        </p:txBody>
      </p:sp>
    </p:spTree>
    <p:extLst>
      <p:ext uri="{BB962C8B-B14F-4D97-AF65-F5344CB8AC3E}">
        <p14:creationId xmlns:p14="http://schemas.microsoft.com/office/powerpoint/2010/main" val="95543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EEA27-49D4-2816-8869-E0D0F8C81856}"/>
              </a:ext>
            </a:extLst>
          </p:cNvPr>
          <p:cNvSpPr>
            <a:spLocks noGrp="1"/>
          </p:cNvSpPr>
          <p:nvPr>
            <p:ph type="ctrTitle"/>
          </p:nvPr>
        </p:nvSpPr>
        <p:spPr>
          <a:xfrm>
            <a:off x="12053610" y="6713282"/>
            <a:ext cx="138390" cy="144718"/>
          </a:xfrm>
        </p:spPr>
        <p:txBody>
          <a:bodyPr>
            <a:normAutofit fontScale="90000"/>
          </a:bodyPr>
          <a:lstStyle/>
          <a:p>
            <a:r>
              <a:rPr lang="en-IN" sz="800" dirty="0"/>
              <a:t>6</a:t>
            </a:r>
          </a:p>
        </p:txBody>
      </p:sp>
      <p:sp>
        <p:nvSpPr>
          <p:cNvPr id="3" name="Subtitle 2">
            <a:extLst>
              <a:ext uri="{FF2B5EF4-FFF2-40B4-BE49-F238E27FC236}">
                <a16:creationId xmlns:a16="http://schemas.microsoft.com/office/drawing/2014/main" id="{B4768162-05E2-555B-7EB8-69E60BDCED21}"/>
              </a:ext>
            </a:extLst>
          </p:cNvPr>
          <p:cNvSpPr>
            <a:spLocks noGrp="1"/>
          </p:cNvSpPr>
          <p:nvPr>
            <p:ph type="subTitle" idx="1"/>
          </p:nvPr>
        </p:nvSpPr>
        <p:spPr>
          <a:xfrm>
            <a:off x="127818" y="98323"/>
            <a:ext cx="11925792" cy="6614959"/>
          </a:xfrm>
        </p:spPr>
        <p:txBody>
          <a:bodyPr>
            <a:normAutofit/>
          </a:bodyPr>
          <a:lstStyle/>
          <a:p>
            <a:pPr algn="l"/>
            <a:r>
              <a:rPr lang="en-IN" sz="1050" b="1" u="sng" dirty="0" err="1"/>
              <a:t>InLine</a:t>
            </a:r>
            <a:r>
              <a:rPr lang="en-IN" sz="1050" b="1" u="sng" dirty="0"/>
              <a:t> Elements </a:t>
            </a:r>
            <a:r>
              <a:rPr lang="en-IN" sz="1050" dirty="0"/>
              <a:t>:- </a:t>
            </a:r>
            <a:r>
              <a:rPr lang="en-US" sz="1050" b="0" i="0" dirty="0">
                <a:solidFill>
                  <a:srgbClr val="000000"/>
                </a:solidFill>
                <a:effectLst/>
                <a:latin typeface="Poppins" panose="00000500000000000000" pitchFamily="2" charset="0"/>
              </a:rPr>
              <a:t>Inline elements do not start on a new line and only take up as much width as necessary. They are part of the flow within other elements.</a:t>
            </a:r>
          </a:p>
          <a:p>
            <a:pPr algn="l"/>
            <a:r>
              <a:rPr lang="en-US" sz="800" i="1" dirty="0">
                <a:solidFill>
                  <a:srgbClr val="000000"/>
                </a:solidFill>
                <a:latin typeface="Poppins" panose="00000500000000000000" pitchFamily="2" charset="0"/>
              </a:rPr>
              <a:t>Examples :  </a:t>
            </a:r>
            <a:r>
              <a:rPr lang="en-IN" sz="800" dirty="0">
                <a:hlinkClick r:id="rId2"/>
              </a:rPr>
              <a:t>HTML Inline Elements | </a:t>
            </a:r>
            <a:r>
              <a:rPr lang="en-IN" sz="800" dirty="0" err="1">
                <a:hlinkClick r:id="rId2"/>
              </a:rPr>
              <a:t>CodeWithHarry</a:t>
            </a:r>
            <a:endParaRPr lang="en-US" sz="800" b="0" i="1" dirty="0">
              <a:solidFill>
                <a:srgbClr val="000000"/>
              </a:solidFill>
              <a:effectLst/>
              <a:latin typeface="Poppins" panose="00000500000000000000" pitchFamily="2" charset="0"/>
            </a:endParaRPr>
          </a:p>
          <a:p>
            <a:pPr algn="l"/>
            <a:r>
              <a:rPr lang="en-US" sz="1050" b="1" u="sng" dirty="0">
                <a:solidFill>
                  <a:srgbClr val="000000"/>
                </a:solidFill>
                <a:latin typeface="Poppins" panose="00000500000000000000" pitchFamily="2" charset="0"/>
              </a:rPr>
              <a:t>Block Elements </a:t>
            </a:r>
            <a:r>
              <a:rPr lang="en-US" sz="1050" dirty="0">
                <a:solidFill>
                  <a:srgbClr val="000000"/>
                </a:solidFill>
                <a:latin typeface="Poppins" panose="00000500000000000000" pitchFamily="2" charset="0"/>
              </a:rPr>
              <a:t>:- </a:t>
            </a:r>
            <a:r>
              <a:rPr lang="en-US" sz="1050" b="0" i="0" dirty="0">
                <a:solidFill>
                  <a:srgbClr val="000000"/>
                </a:solidFill>
                <a:effectLst/>
                <a:latin typeface="Poppins" panose="00000500000000000000" pitchFamily="2" charset="0"/>
              </a:rPr>
              <a:t>Block-level elements are those that start on a new line and take up the entire width of their container by default. They essentially claim all the horizontal space for themselves, pushing any content that comes after them to a new line.</a:t>
            </a:r>
          </a:p>
          <a:p>
            <a:pPr algn="l"/>
            <a:r>
              <a:rPr lang="en-US" sz="800" i="1" dirty="0">
                <a:solidFill>
                  <a:srgbClr val="000000"/>
                </a:solidFill>
                <a:latin typeface="Poppins" panose="00000500000000000000" pitchFamily="2" charset="0"/>
              </a:rPr>
              <a:t>Examples :   </a:t>
            </a:r>
            <a:r>
              <a:rPr lang="en-IN" sz="800" dirty="0">
                <a:hlinkClick r:id="rId3"/>
              </a:rPr>
              <a:t>HTML Block Elements | </a:t>
            </a:r>
            <a:r>
              <a:rPr lang="en-IN" sz="800" dirty="0" err="1">
                <a:hlinkClick r:id="rId3"/>
              </a:rPr>
              <a:t>CodeWithHarry</a:t>
            </a:r>
            <a:endParaRPr lang="en-US" sz="800" b="0" i="1" dirty="0">
              <a:solidFill>
                <a:srgbClr val="000000"/>
              </a:solidFill>
              <a:effectLst/>
              <a:latin typeface="Poppins" panose="00000500000000000000" pitchFamily="2" charset="0"/>
            </a:endParaRPr>
          </a:p>
          <a:p>
            <a:pPr algn="l"/>
            <a:endParaRPr lang="en-IN" sz="1050" dirty="0"/>
          </a:p>
        </p:txBody>
      </p:sp>
    </p:spTree>
    <p:extLst>
      <p:ext uri="{BB962C8B-B14F-4D97-AF65-F5344CB8AC3E}">
        <p14:creationId xmlns:p14="http://schemas.microsoft.com/office/powerpoint/2010/main" val="444568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C684A-329C-CE15-3D97-1BF12AB36F0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5085C7C-7C08-5F90-0B6F-6DD76B642C3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58091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2444</Words>
  <Application>Microsoft Office PowerPoint</Application>
  <PresentationFormat>Widescreen</PresentationFormat>
  <Paragraphs>150</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Calibri Light</vt:lpstr>
      <vt:lpstr>Consolas</vt:lpstr>
      <vt:lpstr>Poppins</vt:lpstr>
      <vt:lpstr>ui-monospace</vt:lpstr>
      <vt:lpstr>Wingdings</vt:lpstr>
      <vt:lpstr>Office Theme</vt:lpstr>
      <vt:lpstr>HTML</vt:lpstr>
      <vt:lpstr>CHAPTER -- 1</vt:lpstr>
      <vt:lpstr>2</vt:lpstr>
      <vt:lpstr>3</vt:lpstr>
      <vt:lpstr>4</vt:lpstr>
      <vt:lpstr>5</vt:lpstr>
      <vt:lpstr>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 Reddy</dc:creator>
  <cp:lastModifiedBy>Sravan Reddy</cp:lastModifiedBy>
  <cp:revision>5</cp:revision>
  <dcterms:created xsi:type="dcterms:W3CDTF">2024-08-07T01:35:13Z</dcterms:created>
  <dcterms:modified xsi:type="dcterms:W3CDTF">2024-08-07T17:20:36Z</dcterms:modified>
</cp:coreProperties>
</file>