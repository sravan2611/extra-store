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78" r:id="rId13"/>
    <p:sldId id="275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1DF52-8FCC-4A8D-9931-6D1435ABD395}" v="45" dt="2025-12-04T07:29:51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 Reddy" userId="39f41b09a2aae798" providerId="LiveId" clId="{1AE7995A-5915-4E6C-B7BC-BBD3C8E644BB}"/>
    <pc:docChg chg="undo custSel addSld delSld modSld">
      <pc:chgData name="Sravan Reddy" userId="39f41b09a2aae798" providerId="LiveId" clId="{1AE7995A-5915-4E6C-B7BC-BBD3C8E644BB}" dt="2025-12-04T07:30:39.083" v="309" actId="47"/>
      <pc:docMkLst>
        <pc:docMk/>
      </pc:docMkLst>
      <pc:sldChg chg="addSp modSp new mod">
        <pc:chgData name="Sravan Reddy" userId="39f41b09a2aae798" providerId="LiveId" clId="{1AE7995A-5915-4E6C-B7BC-BBD3C8E644BB}" dt="2025-11-20T02:31:02.060" v="4" actId="14100"/>
        <pc:sldMkLst>
          <pc:docMk/>
          <pc:sldMk cId="2732232959" sldId="256"/>
        </pc:sldMkLst>
        <pc:picChg chg="add mod">
          <ac:chgData name="Sravan Reddy" userId="39f41b09a2aae798" providerId="LiveId" clId="{1AE7995A-5915-4E6C-B7BC-BBD3C8E644BB}" dt="2025-11-20T02:31:02.060" v="4" actId="14100"/>
          <ac:picMkLst>
            <pc:docMk/>
            <pc:sldMk cId="2732232959" sldId="256"/>
            <ac:picMk id="3" creationId="{2C07ADBF-6659-72BB-C1D2-1220E5A3DA80}"/>
          </ac:picMkLst>
        </pc:picChg>
      </pc:sldChg>
      <pc:sldChg chg="addSp modSp new mod">
        <pc:chgData name="Sravan Reddy" userId="39f41b09a2aae798" providerId="LiveId" clId="{1AE7995A-5915-4E6C-B7BC-BBD3C8E644BB}" dt="2025-11-20T02:31:58.563" v="10" actId="14100"/>
        <pc:sldMkLst>
          <pc:docMk/>
          <pc:sldMk cId="3937476051" sldId="257"/>
        </pc:sldMkLst>
        <pc:picChg chg="add mod">
          <ac:chgData name="Sravan Reddy" userId="39f41b09a2aae798" providerId="LiveId" clId="{1AE7995A-5915-4E6C-B7BC-BBD3C8E644BB}" dt="2025-11-20T02:31:58.563" v="10" actId="14100"/>
          <ac:picMkLst>
            <pc:docMk/>
            <pc:sldMk cId="3937476051" sldId="257"/>
            <ac:picMk id="3" creationId="{A9B3DA76-D0F1-E2D2-4330-6AE98C06D51E}"/>
          </ac:picMkLst>
        </pc:picChg>
      </pc:sldChg>
      <pc:sldChg chg="addSp modSp new mod">
        <pc:chgData name="Sravan Reddy" userId="39f41b09a2aae798" providerId="LiveId" clId="{1AE7995A-5915-4E6C-B7BC-BBD3C8E644BB}" dt="2025-11-20T02:32:47.886" v="17" actId="14100"/>
        <pc:sldMkLst>
          <pc:docMk/>
          <pc:sldMk cId="858584288" sldId="258"/>
        </pc:sldMkLst>
        <pc:picChg chg="add mod">
          <ac:chgData name="Sravan Reddy" userId="39f41b09a2aae798" providerId="LiveId" clId="{1AE7995A-5915-4E6C-B7BC-BBD3C8E644BB}" dt="2025-11-20T02:32:47.886" v="17" actId="14100"/>
          <ac:picMkLst>
            <pc:docMk/>
            <pc:sldMk cId="858584288" sldId="258"/>
            <ac:picMk id="3" creationId="{00134E73-22F7-5D51-EA22-DD8D1D3A5B02}"/>
          </ac:picMkLst>
        </pc:picChg>
      </pc:sldChg>
      <pc:sldChg chg="addSp modSp new mod">
        <pc:chgData name="Sravan Reddy" userId="39f41b09a2aae798" providerId="LiveId" clId="{1AE7995A-5915-4E6C-B7BC-BBD3C8E644BB}" dt="2025-11-20T02:33:33.070" v="24" actId="14100"/>
        <pc:sldMkLst>
          <pc:docMk/>
          <pc:sldMk cId="2956939967" sldId="259"/>
        </pc:sldMkLst>
        <pc:picChg chg="add mod">
          <ac:chgData name="Sravan Reddy" userId="39f41b09a2aae798" providerId="LiveId" clId="{1AE7995A-5915-4E6C-B7BC-BBD3C8E644BB}" dt="2025-11-20T02:33:33.070" v="24" actId="14100"/>
          <ac:picMkLst>
            <pc:docMk/>
            <pc:sldMk cId="2956939967" sldId="259"/>
            <ac:picMk id="3" creationId="{053EB253-3364-51E9-558D-01A1AC4F6505}"/>
          </ac:picMkLst>
        </pc:picChg>
      </pc:sldChg>
      <pc:sldChg chg="addSp modSp new mod">
        <pc:chgData name="Sravan Reddy" userId="39f41b09a2aae798" providerId="LiveId" clId="{1AE7995A-5915-4E6C-B7BC-BBD3C8E644BB}" dt="2025-11-20T02:34:08.035" v="30" actId="14100"/>
        <pc:sldMkLst>
          <pc:docMk/>
          <pc:sldMk cId="465444633" sldId="260"/>
        </pc:sldMkLst>
        <pc:picChg chg="add mod">
          <ac:chgData name="Sravan Reddy" userId="39f41b09a2aae798" providerId="LiveId" clId="{1AE7995A-5915-4E6C-B7BC-BBD3C8E644BB}" dt="2025-11-20T02:34:08.035" v="30" actId="14100"/>
          <ac:picMkLst>
            <pc:docMk/>
            <pc:sldMk cId="465444633" sldId="260"/>
            <ac:picMk id="3" creationId="{6D7B7092-7976-4707-439B-F78FD1FFCF4D}"/>
          </ac:picMkLst>
        </pc:picChg>
      </pc:sldChg>
      <pc:sldChg chg="addSp modSp new mod">
        <pc:chgData name="Sravan Reddy" userId="39f41b09a2aae798" providerId="LiveId" clId="{1AE7995A-5915-4E6C-B7BC-BBD3C8E644BB}" dt="2025-11-20T02:34:37.099" v="36" actId="14100"/>
        <pc:sldMkLst>
          <pc:docMk/>
          <pc:sldMk cId="1414234813" sldId="261"/>
        </pc:sldMkLst>
        <pc:picChg chg="add mod">
          <ac:chgData name="Sravan Reddy" userId="39f41b09a2aae798" providerId="LiveId" clId="{1AE7995A-5915-4E6C-B7BC-BBD3C8E644BB}" dt="2025-11-20T02:34:37.099" v="36" actId="14100"/>
          <ac:picMkLst>
            <pc:docMk/>
            <pc:sldMk cId="1414234813" sldId="261"/>
            <ac:picMk id="3" creationId="{BD8ABDB9-4D5B-B469-2642-7CEBFE51FB47}"/>
          </ac:picMkLst>
        </pc:picChg>
      </pc:sldChg>
      <pc:sldChg chg="addSp modSp new mod">
        <pc:chgData name="Sravan Reddy" userId="39f41b09a2aae798" providerId="LiveId" clId="{1AE7995A-5915-4E6C-B7BC-BBD3C8E644BB}" dt="2025-11-20T02:35:13.732" v="42" actId="14100"/>
        <pc:sldMkLst>
          <pc:docMk/>
          <pc:sldMk cId="2916894273" sldId="262"/>
        </pc:sldMkLst>
        <pc:picChg chg="add mod">
          <ac:chgData name="Sravan Reddy" userId="39f41b09a2aae798" providerId="LiveId" clId="{1AE7995A-5915-4E6C-B7BC-BBD3C8E644BB}" dt="2025-11-20T02:35:13.732" v="42" actId="14100"/>
          <ac:picMkLst>
            <pc:docMk/>
            <pc:sldMk cId="2916894273" sldId="262"/>
            <ac:picMk id="3" creationId="{A0C29576-EC5A-93A0-8E86-BF74F0573EF9}"/>
          </ac:picMkLst>
        </pc:picChg>
      </pc:sldChg>
      <pc:sldChg chg="addSp modSp new mod">
        <pc:chgData name="Sravan Reddy" userId="39f41b09a2aae798" providerId="LiveId" clId="{1AE7995A-5915-4E6C-B7BC-BBD3C8E644BB}" dt="2025-11-20T02:35:57.988" v="48" actId="14100"/>
        <pc:sldMkLst>
          <pc:docMk/>
          <pc:sldMk cId="1294348828" sldId="263"/>
        </pc:sldMkLst>
        <pc:picChg chg="add mod">
          <ac:chgData name="Sravan Reddy" userId="39f41b09a2aae798" providerId="LiveId" clId="{1AE7995A-5915-4E6C-B7BC-BBD3C8E644BB}" dt="2025-11-20T02:35:57.988" v="48" actId="14100"/>
          <ac:picMkLst>
            <pc:docMk/>
            <pc:sldMk cId="1294348828" sldId="263"/>
            <ac:picMk id="3" creationId="{4F1DFF4A-AE47-926B-70B0-DA7B3A253EDF}"/>
          </ac:picMkLst>
        </pc:picChg>
      </pc:sldChg>
      <pc:sldChg chg="addSp modSp new mod">
        <pc:chgData name="Sravan Reddy" userId="39f41b09a2aae798" providerId="LiveId" clId="{1AE7995A-5915-4E6C-B7BC-BBD3C8E644BB}" dt="2025-11-20T02:36:38.867" v="54" actId="14100"/>
        <pc:sldMkLst>
          <pc:docMk/>
          <pc:sldMk cId="3630824555" sldId="264"/>
        </pc:sldMkLst>
        <pc:picChg chg="add mod">
          <ac:chgData name="Sravan Reddy" userId="39f41b09a2aae798" providerId="LiveId" clId="{1AE7995A-5915-4E6C-B7BC-BBD3C8E644BB}" dt="2025-11-20T02:36:38.867" v="54" actId="14100"/>
          <ac:picMkLst>
            <pc:docMk/>
            <pc:sldMk cId="3630824555" sldId="264"/>
            <ac:picMk id="3" creationId="{E784203F-18A7-F5C5-D247-5BAFCCA0DF6E}"/>
          </ac:picMkLst>
        </pc:picChg>
      </pc:sldChg>
      <pc:sldChg chg="addSp modSp new mod">
        <pc:chgData name="Sravan Reddy" userId="39f41b09a2aae798" providerId="LiveId" clId="{1AE7995A-5915-4E6C-B7BC-BBD3C8E644BB}" dt="2025-11-20T02:37:25.925" v="60" actId="14100"/>
        <pc:sldMkLst>
          <pc:docMk/>
          <pc:sldMk cId="563166054" sldId="265"/>
        </pc:sldMkLst>
        <pc:picChg chg="add mod">
          <ac:chgData name="Sravan Reddy" userId="39f41b09a2aae798" providerId="LiveId" clId="{1AE7995A-5915-4E6C-B7BC-BBD3C8E644BB}" dt="2025-11-20T02:37:25.925" v="60" actId="14100"/>
          <ac:picMkLst>
            <pc:docMk/>
            <pc:sldMk cId="563166054" sldId="265"/>
            <ac:picMk id="3" creationId="{5A7836EF-4A76-7A4C-27D9-ACA20084F4F5}"/>
          </ac:picMkLst>
        </pc:picChg>
      </pc:sldChg>
      <pc:sldChg chg="addSp modSp new mod">
        <pc:chgData name="Sravan Reddy" userId="39f41b09a2aae798" providerId="LiveId" clId="{1AE7995A-5915-4E6C-B7BC-BBD3C8E644BB}" dt="2025-11-20T02:37:57.996" v="66" actId="14100"/>
        <pc:sldMkLst>
          <pc:docMk/>
          <pc:sldMk cId="123105140" sldId="266"/>
        </pc:sldMkLst>
        <pc:picChg chg="add mod">
          <ac:chgData name="Sravan Reddy" userId="39f41b09a2aae798" providerId="LiveId" clId="{1AE7995A-5915-4E6C-B7BC-BBD3C8E644BB}" dt="2025-11-20T02:37:57.996" v="66" actId="14100"/>
          <ac:picMkLst>
            <pc:docMk/>
            <pc:sldMk cId="123105140" sldId="266"/>
            <ac:picMk id="3" creationId="{2C22CD07-CC46-CDF3-4A96-B39F2D81A2D3}"/>
          </ac:picMkLst>
        </pc:picChg>
      </pc:sldChg>
      <pc:sldChg chg="addSp modSp new mod">
        <pc:chgData name="Sravan Reddy" userId="39f41b09a2aae798" providerId="LiveId" clId="{1AE7995A-5915-4E6C-B7BC-BBD3C8E644BB}" dt="2025-11-20T02:39:27.107" v="73" actId="14100"/>
        <pc:sldMkLst>
          <pc:docMk/>
          <pc:sldMk cId="3910114607" sldId="267"/>
        </pc:sldMkLst>
        <pc:picChg chg="add mod">
          <ac:chgData name="Sravan Reddy" userId="39f41b09a2aae798" providerId="LiveId" clId="{1AE7995A-5915-4E6C-B7BC-BBD3C8E644BB}" dt="2025-11-20T02:39:27.107" v="73" actId="14100"/>
          <ac:picMkLst>
            <pc:docMk/>
            <pc:sldMk cId="3910114607" sldId="267"/>
            <ac:picMk id="3" creationId="{53C069E1-4B1A-E6E2-23A6-586DDB8ABF68}"/>
          </ac:picMkLst>
        </pc:picChg>
      </pc:sldChg>
      <pc:sldChg chg="addSp modSp new del mod">
        <pc:chgData name="Sravan Reddy" userId="39f41b09a2aae798" providerId="LiveId" clId="{1AE7995A-5915-4E6C-B7BC-BBD3C8E644BB}" dt="2025-12-04T07:30:39.083" v="309" actId="47"/>
        <pc:sldMkLst>
          <pc:docMk/>
          <pc:sldMk cId="515343116" sldId="268"/>
        </pc:sldMkLst>
        <pc:picChg chg="add mod">
          <ac:chgData name="Sravan Reddy" userId="39f41b09a2aae798" providerId="LiveId" clId="{1AE7995A-5915-4E6C-B7BC-BBD3C8E644BB}" dt="2025-11-20T02:41:34.785" v="85" actId="14100"/>
          <ac:picMkLst>
            <pc:docMk/>
            <pc:sldMk cId="515343116" sldId="268"/>
            <ac:picMk id="3" creationId="{90287527-0C78-B500-BF8F-F288D4E1E160}"/>
          </ac:picMkLst>
        </pc:picChg>
        <pc:picChg chg="add mod">
          <ac:chgData name="Sravan Reddy" userId="39f41b09a2aae798" providerId="LiveId" clId="{1AE7995A-5915-4E6C-B7BC-BBD3C8E644BB}" dt="2025-11-20T02:41:41.404" v="87" actId="14100"/>
          <ac:picMkLst>
            <pc:docMk/>
            <pc:sldMk cId="515343116" sldId="268"/>
            <ac:picMk id="5" creationId="{ABB60DBC-EC21-1D8B-1762-31C4D9C687A4}"/>
          </ac:picMkLst>
        </pc:picChg>
      </pc:sldChg>
      <pc:sldChg chg="addSp modSp new del mod">
        <pc:chgData name="Sravan Reddy" userId="39f41b09a2aae798" providerId="LiveId" clId="{1AE7995A-5915-4E6C-B7BC-BBD3C8E644BB}" dt="2025-12-04T07:30:15.102" v="301" actId="47"/>
        <pc:sldMkLst>
          <pc:docMk/>
          <pc:sldMk cId="2590984008" sldId="269"/>
        </pc:sldMkLst>
        <pc:picChg chg="add mod">
          <ac:chgData name="Sravan Reddy" userId="39f41b09a2aae798" providerId="LiveId" clId="{1AE7995A-5915-4E6C-B7BC-BBD3C8E644BB}" dt="2025-12-03T05:22:00.230" v="267" actId="1035"/>
          <ac:picMkLst>
            <pc:docMk/>
            <pc:sldMk cId="2590984008" sldId="269"/>
            <ac:picMk id="5" creationId="{A7E7C063-32CA-C711-B4D0-CC7DE95AFFFD}"/>
          </ac:picMkLst>
        </pc:picChg>
      </pc:sldChg>
      <pc:sldChg chg="addSp modSp new del mod">
        <pc:chgData name="Sravan Reddy" userId="39f41b09a2aae798" providerId="LiveId" clId="{1AE7995A-5915-4E6C-B7BC-BBD3C8E644BB}" dt="2025-12-04T07:30:30.711" v="307" actId="47"/>
        <pc:sldMkLst>
          <pc:docMk/>
          <pc:sldMk cId="3458946967" sldId="270"/>
        </pc:sldMkLst>
        <pc:picChg chg="add mod">
          <ac:chgData name="Sravan Reddy" userId="39f41b09a2aae798" providerId="LiveId" clId="{1AE7995A-5915-4E6C-B7BC-BBD3C8E644BB}" dt="2025-11-20T02:44:44.356" v="109" actId="14100"/>
          <ac:picMkLst>
            <pc:docMk/>
            <pc:sldMk cId="3458946967" sldId="270"/>
            <ac:picMk id="3" creationId="{544E6F5A-D839-E193-125A-E189CBC31138}"/>
          </ac:picMkLst>
        </pc:picChg>
        <pc:picChg chg="add mod">
          <ac:chgData name="Sravan Reddy" userId="39f41b09a2aae798" providerId="LiveId" clId="{1AE7995A-5915-4E6C-B7BC-BBD3C8E644BB}" dt="2025-11-20T02:45:07.445" v="113" actId="14100"/>
          <ac:picMkLst>
            <pc:docMk/>
            <pc:sldMk cId="3458946967" sldId="270"/>
            <ac:picMk id="5" creationId="{29F6A4A0-00EF-125F-41C6-13CCFAA786E8}"/>
          </ac:picMkLst>
        </pc:picChg>
        <pc:picChg chg="add mod">
          <ac:chgData name="Sravan Reddy" userId="39f41b09a2aae798" providerId="LiveId" clId="{1AE7995A-5915-4E6C-B7BC-BBD3C8E644BB}" dt="2025-11-20T02:45:36.540" v="118" actId="14100"/>
          <ac:picMkLst>
            <pc:docMk/>
            <pc:sldMk cId="3458946967" sldId="270"/>
            <ac:picMk id="7" creationId="{EE4AF67A-1115-D0CE-45D9-7194017DF3CE}"/>
          </ac:picMkLst>
        </pc:picChg>
      </pc:sldChg>
      <pc:sldChg chg="addSp modSp new del mod">
        <pc:chgData name="Sravan Reddy" userId="39f41b09a2aae798" providerId="LiveId" clId="{1AE7995A-5915-4E6C-B7BC-BBD3C8E644BB}" dt="2025-12-04T07:30:27.546" v="306" actId="47"/>
        <pc:sldMkLst>
          <pc:docMk/>
          <pc:sldMk cId="2730775328" sldId="271"/>
        </pc:sldMkLst>
        <pc:picChg chg="add mod">
          <ac:chgData name="Sravan Reddy" userId="39f41b09a2aae798" providerId="LiveId" clId="{1AE7995A-5915-4E6C-B7BC-BBD3C8E644BB}" dt="2025-11-20T02:47:36.395" v="132" actId="14100"/>
          <ac:picMkLst>
            <pc:docMk/>
            <pc:sldMk cId="2730775328" sldId="271"/>
            <ac:picMk id="3" creationId="{FE42DFC9-CB2A-4B05-632A-B783DCA2EBCC}"/>
          </ac:picMkLst>
        </pc:picChg>
        <pc:picChg chg="add mod">
          <ac:chgData name="Sravan Reddy" userId="39f41b09a2aae798" providerId="LiveId" clId="{1AE7995A-5915-4E6C-B7BC-BBD3C8E644BB}" dt="2025-11-20T02:47:39.363" v="133" actId="14100"/>
          <ac:picMkLst>
            <pc:docMk/>
            <pc:sldMk cId="2730775328" sldId="271"/>
            <ac:picMk id="5" creationId="{54B25E3E-74A0-8C91-20ED-C83DB65C0C32}"/>
          </ac:picMkLst>
        </pc:picChg>
      </pc:sldChg>
      <pc:sldChg chg="addSp delSp modSp new del mod">
        <pc:chgData name="Sravan Reddy" userId="39f41b09a2aae798" providerId="LiveId" clId="{1AE7995A-5915-4E6C-B7BC-BBD3C8E644BB}" dt="2025-12-04T07:30:04.969" v="299" actId="47"/>
        <pc:sldMkLst>
          <pc:docMk/>
          <pc:sldMk cId="3160360253" sldId="272"/>
        </pc:sldMkLst>
      </pc:sldChg>
      <pc:sldChg chg="modSp new del mod">
        <pc:chgData name="Sravan Reddy" userId="39f41b09a2aae798" providerId="LiveId" clId="{1AE7995A-5915-4E6C-B7BC-BBD3C8E644BB}" dt="2025-12-04T07:30:32.801" v="308" actId="47"/>
        <pc:sldMkLst>
          <pc:docMk/>
          <pc:sldMk cId="1211313636" sldId="273"/>
        </pc:sldMkLst>
        <pc:spChg chg="mod">
          <ac:chgData name="Sravan Reddy" userId="39f41b09a2aae798" providerId="LiveId" clId="{1AE7995A-5915-4E6C-B7BC-BBD3C8E644BB}" dt="2025-11-20T03:01:17.972" v="202" actId="255"/>
          <ac:spMkLst>
            <pc:docMk/>
            <pc:sldMk cId="1211313636" sldId="273"/>
            <ac:spMk id="2" creationId="{C6122570-871D-0F92-9462-D40B06498A91}"/>
          </ac:spMkLst>
        </pc:spChg>
      </pc:sldChg>
      <pc:sldChg chg="addSp modSp new del mod">
        <pc:chgData name="Sravan Reddy" userId="39f41b09a2aae798" providerId="LiveId" clId="{1AE7995A-5915-4E6C-B7BC-BBD3C8E644BB}" dt="2025-12-04T07:30:06.893" v="300" actId="47"/>
        <pc:sldMkLst>
          <pc:docMk/>
          <pc:sldMk cId="1183498132" sldId="274"/>
        </pc:sldMkLst>
      </pc:sldChg>
      <pc:sldChg chg="addSp new mod">
        <pc:chgData name="Sravan Reddy" userId="39f41b09a2aae798" providerId="LiveId" clId="{1AE7995A-5915-4E6C-B7BC-BBD3C8E644BB}" dt="2025-12-04T07:17:59.954" v="269" actId="22"/>
        <pc:sldMkLst>
          <pc:docMk/>
          <pc:sldMk cId="554169413" sldId="275"/>
        </pc:sldMkLst>
        <pc:picChg chg="add">
          <ac:chgData name="Sravan Reddy" userId="39f41b09a2aae798" providerId="LiveId" clId="{1AE7995A-5915-4E6C-B7BC-BBD3C8E644BB}" dt="2025-12-04T07:17:59.954" v="269" actId="22"/>
          <ac:picMkLst>
            <pc:docMk/>
            <pc:sldMk cId="554169413" sldId="275"/>
            <ac:picMk id="3" creationId="{225ECBD3-7610-6DA1-BE7B-BA43506049DA}"/>
          </ac:picMkLst>
        </pc:picChg>
      </pc:sldChg>
      <pc:sldChg chg="addSp delSp modSp new add del mod">
        <pc:chgData name="Sravan Reddy" userId="39f41b09a2aae798" providerId="LiveId" clId="{1AE7995A-5915-4E6C-B7BC-BBD3C8E644BB}" dt="2025-12-04T07:30:22.285" v="305" actId="47"/>
        <pc:sldMkLst>
          <pc:docMk/>
          <pc:sldMk cId="1110430082" sldId="276"/>
        </pc:sldMkLst>
        <pc:spChg chg="add del">
          <ac:chgData name="Sravan Reddy" userId="39f41b09a2aae798" providerId="LiveId" clId="{1AE7995A-5915-4E6C-B7BC-BBD3C8E644BB}" dt="2025-12-04T07:25:07.137" v="272" actId="22"/>
          <ac:spMkLst>
            <pc:docMk/>
            <pc:sldMk cId="1110430082" sldId="276"/>
            <ac:spMk id="3" creationId="{E8D33E6C-3F1B-8241-2ED1-5FF920F79965}"/>
          </ac:spMkLst>
        </pc:spChg>
        <pc:picChg chg="add mod">
          <ac:chgData name="Sravan Reddy" userId="39f41b09a2aae798" providerId="LiveId" clId="{1AE7995A-5915-4E6C-B7BC-BBD3C8E644BB}" dt="2025-12-04T07:28:18.053" v="282" actId="14100"/>
          <ac:picMkLst>
            <pc:docMk/>
            <pc:sldMk cId="1110430082" sldId="276"/>
            <ac:picMk id="5" creationId="{671BDAD8-0381-BE52-2734-5C206BF1A0C2}"/>
          </ac:picMkLst>
        </pc:picChg>
        <pc:picChg chg="add mod">
          <ac:chgData name="Sravan Reddy" userId="39f41b09a2aae798" providerId="LiveId" clId="{1AE7995A-5915-4E6C-B7BC-BBD3C8E644BB}" dt="2025-12-04T07:28:20.543" v="283" actId="14100"/>
          <ac:picMkLst>
            <pc:docMk/>
            <pc:sldMk cId="1110430082" sldId="276"/>
            <ac:picMk id="7" creationId="{D8D66BB5-36BD-A765-CCA3-F2C0029A6D49}"/>
          </ac:picMkLst>
        </pc:picChg>
      </pc:sldChg>
      <pc:sldChg chg="addSp modSp new add del mod">
        <pc:chgData name="Sravan Reddy" userId="39f41b09a2aae798" providerId="LiveId" clId="{1AE7995A-5915-4E6C-B7BC-BBD3C8E644BB}" dt="2025-12-04T07:30:21.938" v="304" actId="47"/>
        <pc:sldMkLst>
          <pc:docMk/>
          <pc:sldMk cId="1818337228" sldId="277"/>
        </pc:sldMkLst>
        <pc:picChg chg="add mod">
          <ac:chgData name="Sravan Reddy" userId="39f41b09a2aae798" providerId="LiveId" clId="{1AE7995A-5915-4E6C-B7BC-BBD3C8E644BB}" dt="2025-12-04T07:29:38.140" v="291" actId="14100"/>
          <ac:picMkLst>
            <pc:docMk/>
            <pc:sldMk cId="1818337228" sldId="277"/>
            <ac:picMk id="3" creationId="{B03AFD94-698F-595F-AA3D-E575756B437E}"/>
          </ac:picMkLst>
        </pc:picChg>
        <pc:picChg chg="add mod">
          <ac:chgData name="Sravan Reddy" userId="39f41b09a2aae798" providerId="LiveId" clId="{1AE7995A-5915-4E6C-B7BC-BBD3C8E644BB}" dt="2025-12-04T07:29:40.426" v="292" actId="14100"/>
          <ac:picMkLst>
            <pc:docMk/>
            <pc:sldMk cId="1818337228" sldId="277"/>
            <ac:picMk id="5" creationId="{51F87F1E-007C-728C-8689-931CE7777AD0}"/>
          </ac:picMkLst>
        </pc:picChg>
      </pc:sldChg>
      <pc:sldChg chg="addSp modSp new mod">
        <pc:chgData name="Sravan Reddy" userId="39f41b09a2aae798" providerId="LiveId" clId="{1AE7995A-5915-4E6C-B7BC-BBD3C8E644BB}" dt="2025-12-04T07:30:01.559" v="298" actId="14100"/>
        <pc:sldMkLst>
          <pc:docMk/>
          <pc:sldMk cId="1159085954" sldId="278"/>
        </pc:sldMkLst>
        <pc:picChg chg="add mod">
          <ac:chgData name="Sravan Reddy" userId="39f41b09a2aae798" providerId="LiveId" clId="{1AE7995A-5915-4E6C-B7BC-BBD3C8E644BB}" dt="2025-12-04T07:30:01.559" v="298" actId="14100"/>
          <ac:picMkLst>
            <pc:docMk/>
            <pc:sldMk cId="1159085954" sldId="278"/>
            <ac:picMk id="3" creationId="{B7A73A45-219F-EEB4-F1C1-5BFB3B154F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07ADBF-6659-72BB-C1D2-1220E5A3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8"/>
            <a:ext cx="12186586" cy="68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3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3DA76-D0F1-E2D2-4330-6AE98C06D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56" y="0"/>
            <a:ext cx="12238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76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134E73-22F7-5D51-EA22-DD8D1D3A5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84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3EB253-3364-51E9-558D-01A1AC4F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74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3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7B7092-7976-4707-439B-F78FD1FFC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44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8ABDB9-4D5B-B469-2642-7CEBFE51F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34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29576-EC5A-93A0-8E86-BF74F057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94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DFF4A-AE47-926B-70B0-DA7B3A253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48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84203F-18A7-F5C5-D247-5BAFCCA0D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2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1BDAD8-0381-BE52-2734-5C206BF1A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47"/>
            <a:ext cx="5458408" cy="6773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D66BB5-36BD-A765-CCA3-F2C0029A6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535" y="84647"/>
            <a:ext cx="5299561" cy="66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30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3AFD94-698F-595F-AA3D-E575756B4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2" y="65985"/>
            <a:ext cx="5633262" cy="6521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F87F1E-007C-728C-8689-931CE7777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005" y="160313"/>
            <a:ext cx="6257106" cy="633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37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73A45-219F-EEB4-F1C1-5BFB3B154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22" y="223935"/>
            <a:ext cx="10422293" cy="616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85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5ECBD3-7610-6DA1-BE7B-BA4350604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69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836EF-4A76-7A4C-27D9-ACA20084F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6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22CD07-CC46-CDF3-4A96-B39F2D81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5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069E1-4B1A-E6E2-23A6-586DDB8A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14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Sravan Reddy</dc:creator>
  <cp:lastModifiedBy>Sravan Reddy</cp:lastModifiedBy>
  <cp:revision>2</cp:revision>
  <dcterms:created xsi:type="dcterms:W3CDTF">2025-07-23T00:59:00Z</dcterms:created>
  <dcterms:modified xsi:type="dcterms:W3CDTF">2025-12-04T07:30:42Z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