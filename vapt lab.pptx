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864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14AB1C-92AA-477A-9942-518704A728F3}" v="101" dt="2026-03-16T17:56:59.012"/>
  </p1510:revLst>
</p1510:revInfo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82" d="100"/>
          <a:sy n="82" d="100"/>
        </p:scale>
        <p:origin x="672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avan Reddy" userId="39f41b09a2aae798" providerId="LiveId" clId="{1AE7995A-5915-4E6C-B7BC-BBD3C8E644BB}"/>
    <pc:docChg chg="undo redo custSel addSld delSld modSld addSection delSection">
      <pc:chgData name="Sravan Reddy" userId="39f41b09a2aae798" providerId="LiveId" clId="{1AE7995A-5915-4E6C-B7BC-BBD3C8E644BB}" dt="2026-03-16T17:57:38.870" v="508" actId="1076"/>
      <pc:docMkLst>
        <pc:docMk/>
      </pc:docMkLst>
      <pc:sldChg chg="modSp del">
        <pc:chgData name="Sravan Reddy" userId="39f41b09a2aae798" providerId="LiveId" clId="{1AE7995A-5915-4E6C-B7BC-BBD3C8E644BB}" dt="2026-03-16T17:23:33.197" v="14" actId="47"/>
        <pc:sldMkLst>
          <pc:docMk/>
          <pc:sldMk cId="0" sldId="256"/>
        </pc:sldMkLst>
        <pc:spChg chg="mod">
          <ac:chgData name="Sravan Reddy" userId="39f41b09a2aae798" providerId="LiveId" clId="{1AE7995A-5915-4E6C-B7BC-BBD3C8E644BB}" dt="2026-03-16T17:23:21.057" v="10"/>
          <ac:spMkLst>
            <pc:docMk/>
            <pc:sldMk cId="0" sldId="256"/>
            <ac:spMk id="2" creationId="{00000000-0000-0000-0000-000000000000}"/>
          </ac:spMkLst>
        </pc:spChg>
        <pc:spChg chg="mod">
          <ac:chgData name="Sravan Reddy" userId="39f41b09a2aae798" providerId="LiveId" clId="{1AE7995A-5915-4E6C-B7BC-BBD3C8E644BB}" dt="2026-03-16T17:23:21.057" v="10"/>
          <ac:spMkLst>
            <pc:docMk/>
            <pc:sldMk cId="0" sldId="256"/>
            <ac:spMk id="3" creationId="{00000000-0000-0000-0000-000000000000}"/>
          </ac:spMkLst>
        </pc:spChg>
      </pc:sldChg>
      <pc:sldChg chg="modSp new del">
        <pc:chgData name="Sravan Reddy" userId="39f41b09a2aae798" providerId="LiveId" clId="{1AE7995A-5915-4E6C-B7BC-BBD3C8E644BB}" dt="2026-03-16T17:24:34.251" v="22" actId="47"/>
        <pc:sldMkLst>
          <pc:docMk/>
          <pc:sldMk cId="1097433216" sldId="256"/>
        </pc:sldMkLst>
        <pc:spChg chg="mod">
          <ac:chgData name="Sravan Reddy" userId="39f41b09a2aae798" providerId="LiveId" clId="{1AE7995A-5915-4E6C-B7BC-BBD3C8E644BB}" dt="2026-03-16T17:24:27.154" v="20"/>
          <ac:spMkLst>
            <pc:docMk/>
            <pc:sldMk cId="1097433216" sldId="256"/>
            <ac:spMk id="2" creationId="{A263AC8D-C3B7-5172-8239-DB0BCDA2D6DC}"/>
          </ac:spMkLst>
        </pc:spChg>
        <pc:spChg chg="mod">
          <ac:chgData name="Sravan Reddy" userId="39f41b09a2aae798" providerId="LiveId" clId="{1AE7995A-5915-4E6C-B7BC-BBD3C8E644BB}" dt="2026-03-16T17:24:27.154" v="20"/>
          <ac:spMkLst>
            <pc:docMk/>
            <pc:sldMk cId="1097433216" sldId="256"/>
            <ac:spMk id="3" creationId="{56370E3F-BBB2-67EF-C0B6-E992D05DC9E8}"/>
          </ac:spMkLst>
        </pc:spChg>
      </pc:sldChg>
      <pc:sldChg chg="new del">
        <pc:chgData name="Sravan Reddy" userId="39f41b09a2aae798" providerId="LiveId" clId="{1AE7995A-5915-4E6C-B7BC-BBD3C8E644BB}" dt="2026-03-16T17:23:29.958" v="13" actId="47"/>
        <pc:sldMkLst>
          <pc:docMk/>
          <pc:sldMk cId="144334052" sldId="257"/>
        </pc:sldMkLst>
      </pc:sldChg>
      <pc:sldChg chg="addSp modSp new mod modTransition modAnim">
        <pc:chgData name="Sravan Reddy" userId="39f41b09a2aae798" providerId="LiveId" clId="{1AE7995A-5915-4E6C-B7BC-BBD3C8E644BB}" dt="2026-03-16T17:56:39.693" v="490" actId="1076"/>
        <pc:sldMkLst>
          <pc:docMk/>
          <pc:sldMk cId="2869875348" sldId="257"/>
        </pc:sldMkLst>
        <pc:spChg chg="add mod">
          <ac:chgData name="Sravan Reddy" userId="39f41b09a2aae798" providerId="LiveId" clId="{1AE7995A-5915-4E6C-B7BC-BBD3C8E644BB}" dt="2026-03-16T17:26:45.041" v="37" actId="1076"/>
          <ac:spMkLst>
            <pc:docMk/>
            <pc:sldMk cId="2869875348" sldId="257"/>
            <ac:spMk id="2" creationId="{5DBFD5C7-7616-8278-5326-369D4A84790A}"/>
          </ac:spMkLst>
        </pc:spChg>
        <pc:spChg chg="add mod">
          <ac:chgData name="Sravan Reddy" userId="39f41b09a2aae798" providerId="LiveId" clId="{1AE7995A-5915-4E6C-B7BC-BBD3C8E644BB}" dt="2026-03-16T17:56:39.693" v="490" actId="1076"/>
          <ac:spMkLst>
            <pc:docMk/>
            <pc:sldMk cId="2869875348" sldId="257"/>
            <ac:spMk id="3" creationId="{5914FDD8-DD5F-1916-2477-ABAD265576D9}"/>
          </ac:spMkLst>
        </pc:spChg>
      </pc:sldChg>
      <pc:sldChg chg="new del">
        <pc:chgData name="Sravan Reddy" userId="39f41b09a2aae798" providerId="LiveId" clId="{1AE7995A-5915-4E6C-B7BC-BBD3C8E644BB}" dt="2026-03-16T17:23:43.799" v="15" actId="47"/>
        <pc:sldMkLst>
          <pc:docMk/>
          <pc:sldMk cId="106430370" sldId="258"/>
        </pc:sldMkLst>
      </pc:sldChg>
      <pc:sldChg chg="addSp modSp new mod">
        <pc:chgData name="Sravan Reddy" userId="39f41b09a2aae798" providerId="LiveId" clId="{1AE7995A-5915-4E6C-B7BC-BBD3C8E644BB}" dt="2026-03-16T17:30:12.683" v="68" actId="20577"/>
        <pc:sldMkLst>
          <pc:docMk/>
          <pc:sldMk cId="4030085625" sldId="258"/>
        </pc:sldMkLst>
        <pc:spChg chg="add mod">
          <ac:chgData name="Sravan Reddy" userId="39f41b09a2aae798" providerId="LiveId" clId="{1AE7995A-5915-4E6C-B7BC-BBD3C8E644BB}" dt="2026-03-16T17:29:40.642" v="64" actId="20577"/>
          <ac:spMkLst>
            <pc:docMk/>
            <pc:sldMk cId="4030085625" sldId="258"/>
            <ac:spMk id="2" creationId="{385BE005-845F-321F-9062-66C3A01A39C3}"/>
          </ac:spMkLst>
        </pc:spChg>
        <pc:spChg chg="add mod">
          <ac:chgData name="Sravan Reddy" userId="39f41b09a2aae798" providerId="LiveId" clId="{1AE7995A-5915-4E6C-B7BC-BBD3C8E644BB}" dt="2026-03-16T17:30:12.683" v="68" actId="20577"/>
          <ac:spMkLst>
            <pc:docMk/>
            <pc:sldMk cId="4030085625" sldId="258"/>
            <ac:spMk id="3" creationId="{6AA31BC0-4A31-D89A-E808-9C94AED64A0A}"/>
          </ac:spMkLst>
        </pc:spChg>
      </pc:sldChg>
      <pc:sldChg chg="addSp modSp new del mod">
        <pc:chgData name="Sravan Reddy" userId="39f41b09a2aae798" providerId="LiveId" clId="{1AE7995A-5915-4E6C-B7BC-BBD3C8E644BB}" dt="2026-03-16T17:28:39.612" v="53" actId="47"/>
        <pc:sldMkLst>
          <pc:docMk/>
          <pc:sldMk cId="4133023566" sldId="258"/>
        </pc:sldMkLst>
        <pc:spChg chg="add mod">
          <ac:chgData name="Sravan Reddy" userId="39f41b09a2aae798" providerId="LiveId" clId="{1AE7995A-5915-4E6C-B7BC-BBD3C8E644BB}" dt="2026-03-16T17:27:37.657" v="48"/>
          <ac:spMkLst>
            <pc:docMk/>
            <pc:sldMk cId="4133023566" sldId="258"/>
            <ac:spMk id="2" creationId="{6C4CC0EF-D489-7009-36C3-DC0E2FF89221}"/>
          </ac:spMkLst>
        </pc:spChg>
        <pc:spChg chg="add mod">
          <ac:chgData name="Sravan Reddy" userId="39f41b09a2aae798" providerId="LiveId" clId="{1AE7995A-5915-4E6C-B7BC-BBD3C8E644BB}" dt="2026-03-16T17:28:11.124" v="52" actId="255"/>
          <ac:spMkLst>
            <pc:docMk/>
            <pc:sldMk cId="4133023566" sldId="258"/>
            <ac:spMk id="3" creationId="{94FDFB98-B548-805D-A9B9-622EE1BB3186}"/>
          </ac:spMkLst>
        </pc:spChg>
      </pc:sldChg>
      <pc:sldChg chg="addSp modSp new mod">
        <pc:chgData name="Sravan Reddy" userId="39f41b09a2aae798" providerId="LiveId" clId="{1AE7995A-5915-4E6C-B7BC-BBD3C8E644BB}" dt="2026-03-16T17:35:01.852" v="114" actId="1076"/>
        <pc:sldMkLst>
          <pc:docMk/>
          <pc:sldMk cId="3300509518" sldId="259"/>
        </pc:sldMkLst>
        <pc:spChg chg="add mod">
          <ac:chgData name="Sravan Reddy" userId="39f41b09a2aae798" providerId="LiveId" clId="{1AE7995A-5915-4E6C-B7BC-BBD3C8E644BB}" dt="2026-03-16T17:31:23.977" v="77" actId="20577"/>
          <ac:spMkLst>
            <pc:docMk/>
            <pc:sldMk cId="3300509518" sldId="259"/>
            <ac:spMk id="2" creationId="{F40FF286-1E4E-4A09-3533-1BC1073F937B}"/>
          </ac:spMkLst>
        </pc:spChg>
        <pc:spChg chg="add mod">
          <ac:chgData name="Sravan Reddy" userId="39f41b09a2aae798" providerId="LiveId" clId="{1AE7995A-5915-4E6C-B7BC-BBD3C8E644BB}" dt="2026-03-16T17:34:28.959" v="111" actId="255"/>
          <ac:spMkLst>
            <pc:docMk/>
            <pc:sldMk cId="3300509518" sldId="259"/>
            <ac:spMk id="3" creationId="{CF3C14BD-74E6-BF49-4763-30F4CAA602A7}"/>
          </ac:spMkLst>
        </pc:spChg>
        <pc:spChg chg="add mod">
          <ac:chgData name="Sravan Reddy" userId="39f41b09a2aae798" providerId="LiveId" clId="{1AE7995A-5915-4E6C-B7BC-BBD3C8E644BB}" dt="2026-03-16T17:35:01.852" v="114" actId="1076"/>
          <ac:spMkLst>
            <pc:docMk/>
            <pc:sldMk cId="3300509518" sldId="259"/>
            <ac:spMk id="4" creationId="{C4735977-9880-1AF6-BDFE-EAB59295C3F7}"/>
          </ac:spMkLst>
        </pc:spChg>
      </pc:sldChg>
      <pc:sldChg chg="addSp modSp new mod">
        <pc:chgData name="Sravan Reddy" userId="39f41b09a2aae798" providerId="LiveId" clId="{1AE7995A-5915-4E6C-B7BC-BBD3C8E644BB}" dt="2026-03-16T17:36:17.085" v="129" actId="14100"/>
        <pc:sldMkLst>
          <pc:docMk/>
          <pc:sldMk cId="4251227212" sldId="260"/>
        </pc:sldMkLst>
        <pc:spChg chg="add mod">
          <ac:chgData name="Sravan Reddy" userId="39f41b09a2aae798" providerId="LiveId" clId="{1AE7995A-5915-4E6C-B7BC-BBD3C8E644BB}" dt="2026-03-16T17:36:10.562" v="128" actId="20577"/>
          <ac:spMkLst>
            <pc:docMk/>
            <pc:sldMk cId="4251227212" sldId="260"/>
            <ac:spMk id="4" creationId="{2AA4A44A-4F7E-A375-E25D-4CB0FE2684D2}"/>
          </ac:spMkLst>
        </pc:spChg>
        <pc:picChg chg="add mod">
          <ac:chgData name="Sravan Reddy" userId="39f41b09a2aae798" providerId="LiveId" clId="{1AE7995A-5915-4E6C-B7BC-BBD3C8E644BB}" dt="2026-03-16T17:36:17.085" v="129" actId="14100"/>
          <ac:picMkLst>
            <pc:docMk/>
            <pc:sldMk cId="4251227212" sldId="260"/>
            <ac:picMk id="3" creationId="{57212881-7E7F-DC3D-79D7-E160CDA93B77}"/>
          </ac:picMkLst>
        </pc:picChg>
      </pc:sldChg>
      <pc:sldChg chg="addSp delSp modSp new mod">
        <pc:chgData name="Sravan Reddy" userId="39f41b09a2aae798" providerId="LiveId" clId="{1AE7995A-5915-4E6C-B7BC-BBD3C8E644BB}" dt="2026-03-16T17:41:16.340" v="178" actId="1076"/>
        <pc:sldMkLst>
          <pc:docMk/>
          <pc:sldMk cId="1183194720" sldId="261"/>
        </pc:sldMkLst>
        <pc:spChg chg="add mod">
          <ac:chgData name="Sravan Reddy" userId="39f41b09a2aae798" providerId="LiveId" clId="{1AE7995A-5915-4E6C-B7BC-BBD3C8E644BB}" dt="2026-03-16T17:38:04.281" v="143" actId="1076"/>
          <ac:spMkLst>
            <pc:docMk/>
            <pc:sldMk cId="1183194720" sldId="261"/>
            <ac:spMk id="2" creationId="{01A52ACA-EA5E-302B-46B3-F6BEEEAFB8F3}"/>
          </ac:spMkLst>
        </pc:spChg>
        <pc:spChg chg="add del mod">
          <ac:chgData name="Sravan Reddy" userId="39f41b09a2aae798" providerId="LiveId" clId="{1AE7995A-5915-4E6C-B7BC-BBD3C8E644BB}" dt="2026-03-16T17:37:25.557" v="138"/>
          <ac:spMkLst>
            <pc:docMk/>
            <pc:sldMk cId="1183194720" sldId="261"/>
            <ac:spMk id="3" creationId="{9C7D10F6-F1D9-8145-EAF7-2D60435A1AA0}"/>
          </ac:spMkLst>
        </pc:spChg>
        <pc:spChg chg="add mod">
          <ac:chgData name="Sravan Reddy" userId="39f41b09a2aae798" providerId="LiveId" clId="{1AE7995A-5915-4E6C-B7BC-BBD3C8E644BB}" dt="2026-03-16T17:40:45.030" v="168" actId="20577"/>
          <ac:spMkLst>
            <pc:docMk/>
            <pc:sldMk cId="1183194720" sldId="261"/>
            <ac:spMk id="5" creationId="{0C9084BC-13C0-7890-46F7-098307448134}"/>
          </ac:spMkLst>
        </pc:spChg>
        <pc:spChg chg="add">
          <ac:chgData name="Sravan Reddy" userId="39f41b09a2aae798" providerId="LiveId" clId="{1AE7995A-5915-4E6C-B7BC-BBD3C8E644BB}" dt="2026-03-16T17:39:32.101" v="155"/>
          <ac:spMkLst>
            <pc:docMk/>
            <pc:sldMk cId="1183194720" sldId="261"/>
            <ac:spMk id="6" creationId="{C08127F5-3D97-E262-D40C-5F010EC1BCE3}"/>
          </ac:spMkLst>
        </pc:spChg>
        <pc:spChg chg="add mod">
          <ac:chgData name="Sravan Reddy" userId="39f41b09a2aae798" providerId="LiveId" clId="{1AE7995A-5915-4E6C-B7BC-BBD3C8E644BB}" dt="2026-03-16T17:39:42.503" v="159"/>
          <ac:spMkLst>
            <pc:docMk/>
            <pc:sldMk cId="1183194720" sldId="261"/>
            <ac:spMk id="7" creationId="{1ED83DB6-52C3-743C-4466-4729EC758044}"/>
          </ac:spMkLst>
        </pc:spChg>
        <pc:spChg chg="add">
          <ac:chgData name="Sravan Reddy" userId="39f41b09a2aae798" providerId="LiveId" clId="{1AE7995A-5915-4E6C-B7BC-BBD3C8E644BB}" dt="2026-03-16T17:39:57.631" v="162"/>
          <ac:spMkLst>
            <pc:docMk/>
            <pc:sldMk cId="1183194720" sldId="261"/>
            <ac:spMk id="8" creationId="{46B64072-4BD3-E45A-C9AC-21CAFE023799}"/>
          </ac:spMkLst>
        </pc:spChg>
        <pc:spChg chg="add mod">
          <ac:chgData name="Sravan Reddy" userId="39f41b09a2aae798" providerId="LiveId" clId="{1AE7995A-5915-4E6C-B7BC-BBD3C8E644BB}" dt="2026-03-16T17:41:16.340" v="178" actId="1076"/>
          <ac:spMkLst>
            <pc:docMk/>
            <pc:sldMk cId="1183194720" sldId="261"/>
            <ac:spMk id="9" creationId="{40652573-6638-5F15-F95F-1EAF61C07D7A}"/>
          </ac:spMkLst>
        </pc:spChg>
        <pc:graphicFrameChg chg="add mod modGraphic">
          <ac:chgData name="Sravan Reddy" userId="39f41b09a2aae798" providerId="LiveId" clId="{1AE7995A-5915-4E6C-B7BC-BBD3C8E644BB}" dt="2026-03-16T17:38:26.470" v="149" actId="12385"/>
          <ac:graphicFrameMkLst>
            <pc:docMk/>
            <pc:sldMk cId="1183194720" sldId="261"/>
            <ac:graphicFrameMk id="4" creationId="{0A6DEFAA-4BF1-0CDE-EB33-05861219C801}"/>
          </ac:graphicFrameMkLst>
        </pc:graphicFrameChg>
      </pc:sldChg>
      <pc:sldChg chg="addSp delSp modSp new mod">
        <pc:chgData name="Sravan Reddy" userId="39f41b09a2aae798" providerId="LiveId" clId="{1AE7995A-5915-4E6C-B7BC-BBD3C8E644BB}" dt="2026-03-16T17:42:57.761" v="189" actId="1076"/>
        <pc:sldMkLst>
          <pc:docMk/>
          <pc:sldMk cId="47348986" sldId="262"/>
        </pc:sldMkLst>
        <pc:spChg chg="add del">
          <ac:chgData name="Sravan Reddy" userId="39f41b09a2aae798" providerId="LiveId" clId="{1AE7995A-5915-4E6C-B7BC-BBD3C8E644BB}" dt="2026-03-16T17:37:46.138" v="141" actId="22"/>
          <ac:spMkLst>
            <pc:docMk/>
            <pc:sldMk cId="47348986" sldId="262"/>
            <ac:spMk id="3" creationId="{4CF4436C-7313-B2C3-037B-4ADFBC3CDC8F}"/>
          </ac:spMkLst>
        </pc:spChg>
        <pc:spChg chg="add mod">
          <ac:chgData name="Sravan Reddy" userId="39f41b09a2aae798" providerId="LiveId" clId="{1AE7995A-5915-4E6C-B7BC-BBD3C8E644BB}" dt="2026-03-16T17:42:57.761" v="189" actId="1076"/>
          <ac:spMkLst>
            <pc:docMk/>
            <pc:sldMk cId="47348986" sldId="262"/>
            <ac:spMk id="4" creationId="{EBAC314C-BC44-A7A7-61D3-90FA53C84193}"/>
          </ac:spMkLst>
        </pc:spChg>
        <pc:spChg chg="add mod">
          <ac:chgData name="Sravan Reddy" userId="39f41b09a2aae798" providerId="LiveId" clId="{1AE7995A-5915-4E6C-B7BC-BBD3C8E644BB}" dt="2026-03-16T17:42:54.641" v="188" actId="1076"/>
          <ac:spMkLst>
            <pc:docMk/>
            <pc:sldMk cId="47348986" sldId="262"/>
            <ac:spMk id="5" creationId="{CF2C5C52-86E4-3F20-07C4-A68C40EFB94C}"/>
          </ac:spMkLst>
        </pc:spChg>
      </pc:sldChg>
      <pc:sldChg chg="addSp modSp new mod">
        <pc:chgData name="Sravan Reddy" userId="39f41b09a2aae798" providerId="LiveId" clId="{1AE7995A-5915-4E6C-B7BC-BBD3C8E644BB}" dt="2026-03-16T17:44:19.155" v="206" actId="255"/>
        <pc:sldMkLst>
          <pc:docMk/>
          <pc:sldMk cId="4264406051" sldId="263"/>
        </pc:sldMkLst>
        <pc:spChg chg="add mod">
          <ac:chgData name="Sravan Reddy" userId="39f41b09a2aae798" providerId="LiveId" clId="{1AE7995A-5915-4E6C-B7BC-BBD3C8E644BB}" dt="2026-03-16T17:43:32.839" v="196" actId="20577"/>
          <ac:spMkLst>
            <pc:docMk/>
            <pc:sldMk cId="4264406051" sldId="263"/>
            <ac:spMk id="2" creationId="{315E8EC2-95F2-07E2-D756-FF6D1F9CCE84}"/>
          </ac:spMkLst>
        </pc:spChg>
        <pc:spChg chg="add mod">
          <ac:chgData name="Sravan Reddy" userId="39f41b09a2aae798" providerId="LiveId" clId="{1AE7995A-5915-4E6C-B7BC-BBD3C8E644BB}" dt="2026-03-16T17:44:19.155" v="206" actId="255"/>
          <ac:spMkLst>
            <pc:docMk/>
            <pc:sldMk cId="4264406051" sldId="263"/>
            <ac:spMk id="3" creationId="{B6604AEE-9A8D-8E90-DCB9-56E3BAC9EECB}"/>
          </ac:spMkLst>
        </pc:spChg>
      </pc:sldChg>
      <pc:sldChg chg="addSp modSp new mod">
        <pc:chgData name="Sravan Reddy" userId="39f41b09a2aae798" providerId="LiveId" clId="{1AE7995A-5915-4E6C-B7BC-BBD3C8E644BB}" dt="2026-03-16T17:46:38.646" v="236" actId="1076"/>
        <pc:sldMkLst>
          <pc:docMk/>
          <pc:sldMk cId="2700510077" sldId="264"/>
        </pc:sldMkLst>
        <pc:spChg chg="add mod">
          <ac:chgData name="Sravan Reddy" userId="39f41b09a2aae798" providerId="LiveId" clId="{1AE7995A-5915-4E6C-B7BC-BBD3C8E644BB}" dt="2026-03-16T17:44:48.062" v="213" actId="20577"/>
          <ac:spMkLst>
            <pc:docMk/>
            <pc:sldMk cId="2700510077" sldId="264"/>
            <ac:spMk id="2" creationId="{2E2A3AEC-F431-1E80-00DC-399A97D4A917}"/>
          </ac:spMkLst>
        </pc:spChg>
        <pc:spChg chg="add mod">
          <ac:chgData name="Sravan Reddy" userId="39f41b09a2aae798" providerId="LiveId" clId="{1AE7995A-5915-4E6C-B7BC-BBD3C8E644BB}" dt="2026-03-16T17:46:12.365" v="231" actId="14100"/>
          <ac:spMkLst>
            <pc:docMk/>
            <pc:sldMk cId="2700510077" sldId="264"/>
            <ac:spMk id="3" creationId="{B50823F3-933F-51FE-EF58-B16F87315008}"/>
          </ac:spMkLst>
        </pc:spChg>
        <pc:spChg chg="add mod">
          <ac:chgData name="Sravan Reddy" userId="39f41b09a2aae798" providerId="LiveId" clId="{1AE7995A-5915-4E6C-B7BC-BBD3C8E644BB}" dt="2026-03-16T17:46:38.646" v="236" actId="1076"/>
          <ac:spMkLst>
            <pc:docMk/>
            <pc:sldMk cId="2700510077" sldId="264"/>
            <ac:spMk id="5" creationId="{3E18A867-3209-F843-D4B7-4DB3F8717586}"/>
          </ac:spMkLst>
        </pc:spChg>
        <pc:graphicFrameChg chg="add mod modGraphic">
          <ac:chgData name="Sravan Reddy" userId="39f41b09a2aae798" providerId="LiveId" clId="{1AE7995A-5915-4E6C-B7BC-BBD3C8E644BB}" dt="2026-03-16T17:45:27.202" v="220" actId="1076"/>
          <ac:graphicFrameMkLst>
            <pc:docMk/>
            <pc:sldMk cId="2700510077" sldId="264"/>
            <ac:graphicFrameMk id="4" creationId="{1EAC89BB-1B45-C59F-109E-C4F9F2699E40}"/>
          </ac:graphicFrameMkLst>
        </pc:graphicFrameChg>
      </pc:sldChg>
      <pc:sldChg chg="addSp delSp modSp new mod">
        <pc:chgData name="Sravan Reddy" userId="39f41b09a2aae798" providerId="LiveId" clId="{1AE7995A-5915-4E6C-B7BC-BBD3C8E644BB}" dt="2026-03-16T17:47:58.947" v="254" actId="255"/>
        <pc:sldMkLst>
          <pc:docMk/>
          <pc:sldMk cId="2448126553" sldId="265"/>
        </pc:sldMkLst>
        <pc:spChg chg="add del mod">
          <ac:chgData name="Sravan Reddy" userId="39f41b09a2aae798" providerId="LiveId" clId="{1AE7995A-5915-4E6C-B7BC-BBD3C8E644BB}" dt="2026-03-16T17:46:55.645" v="240"/>
          <ac:spMkLst>
            <pc:docMk/>
            <pc:sldMk cId="2448126553" sldId="265"/>
            <ac:spMk id="2" creationId="{C61FFBA8-9B10-823E-666B-53435A811F30}"/>
          </ac:spMkLst>
        </pc:spChg>
        <pc:spChg chg="add mod">
          <ac:chgData name="Sravan Reddy" userId="39f41b09a2aae798" providerId="LiveId" clId="{1AE7995A-5915-4E6C-B7BC-BBD3C8E644BB}" dt="2026-03-16T17:47:11.190" v="246" actId="20577"/>
          <ac:spMkLst>
            <pc:docMk/>
            <pc:sldMk cId="2448126553" sldId="265"/>
            <ac:spMk id="3" creationId="{367F0101-DE6E-457A-ADBA-C79EC8DA5C9B}"/>
          </ac:spMkLst>
        </pc:spChg>
        <pc:spChg chg="add mod">
          <ac:chgData name="Sravan Reddy" userId="39f41b09a2aae798" providerId="LiveId" clId="{1AE7995A-5915-4E6C-B7BC-BBD3C8E644BB}" dt="2026-03-16T17:47:58.947" v="254" actId="255"/>
          <ac:spMkLst>
            <pc:docMk/>
            <pc:sldMk cId="2448126553" sldId="265"/>
            <ac:spMk id="4" creationId="{B86C97D7-F42F-8B66-6B9B-C639D6E80B77}"/>
          </ac:spMkLst>
        </pc:spChg>
      </pc:sldChg>
      <pc:sldChg chg="addSp modSp new mod">
        <pc:chgData name="Sravan Reddy" userId="39f41b09a2aae798" providerId="LiveId" clId="{1AE7995A-5915-4E6C-B7BC-BBD3C8E644BB}" dt="2026-03-16T17:50:58.359" v="301" actId="20577"/>
        <pc:sldMkLst>
          <pc:docMk/>
          <pc:sldMk cId="3259397164" sldId="266"/>
        </pc:sldMkLst>
        <pc:spChg chg="add mod">
          <ac:chgData name="Sravan Reddy" userId="39f41b09a2aae798" providerId="LiveId" clId="{1AE7995A-5915-4E6C-B7BC-BBD3C8E644BB}" dt="2026-03-16T17:48:48.535" v="262" actId="1076"/>
          <ac:spMkLst>
            <pc:docMk/>
            <pc:sldMk cId="3259397164" sldId="266"/>
            <ac:spMk id="2" creationId="{DAD331BA-A97C-49FE-622A-60A1FB23C65A}"/>
          </ac:spMkLst>
        </pc:spChg>
        <pc:spChg chg="add mod">
          <ac:chgData name="Sravan Reddy" userId="39f41b09a2aae798" providerId="LiveId" clId="{1AE7995A-5915-4E6C-B7BC-BBD3C8E644BB}" dt="2026-03-16T17:50:58.359" v="301" actId="20577"/>
          <ac:spMkLst>
            <pc:docMk/>
            <pc:sldMk cId="3259397164" sldId="266"/>
            <ac:spMk id="3" creationId="{27486592-4055-29C2-334D-C5F490E1EB57}"/>
          </ac:spMkLst>
        </pc:spChg>
        <pc:graphicFrameChg chg="add mod modGraphic">
          <ac:chgData name="Sravan Reddy" userId="39f41b09a2aae798" providerId="LiveId" clId="{1AE7995A-5915-4E6C-B7BC-BBD3C8E644BB}" dt="2026-03-16T17:49:19.056" v="265" actId="12385"/>
          <ac:graphicFrameMkLst>
            <pc:docMk/>
            <pc:sldMk cId="3259397164" sldId="266"/>
            <ac:graphicFrameMk id="4" creationId="{13B1EFA8-E9C6-50C3-55C2-BAF8E059EE39}"/>
          </ac:graphicFrameMkLst>
        </pc:graphicFrameChg>
      </pc:sldChg>
      <pc:sldChg chg="addSp modSp new mod">
        <pc:chgData name="Sravan Reddy" userId="39f41b09a2aae798" providerId="LiveId" clId="{1AE7995A-5915-4E6C-B7BC-BBD3C8E644BB}" dt="2026-03-16T17:52:23.520" v="318" actId="255"/>
        <pc:sldMkLst>
          <pc:docMk/>
          <pc:sldMk cId="3242394263" sldId="267"/>
        </pc:sldMkLst>
        <pc:spChg chg="add mod">
          <ac:chgData name="Sravan Reddy" userId="39f41b09a2aae798" providerId="LiveId" clId="{1AE7995A-5915-4E6C-B7BC-BBD3C8E644BB}" dt="2026-03-16T17:51:32.420" v="308" actId="20577"/>
          <ac:spMkLst>
            <pc:docMk/>
            <pc:sldMk cId="3242394263" sldId="267"/>
            <ac:spMk id="2" creationId="{C45AE418-E298-621A-F56F-46189980334E}"/>
          </ac:spMkLst>
        </pc:spChg>
        <pc:spChg chg="add mod">
          <ac:chgData name="Sravan Reddy" userId="39f41b09a2aae798" providerId="LiveId" clId="{1AE7995A-5915-4E6C-B7BC-BBD3C8E644BB}" dt="2026-03-16T17:52:23.520" v="318" actId="255"/>
          <ac:spMkLst>
            <pc:docMk/>
            <pc:sldMk cId="3242394263" sldId="267"/>
            <ac:spMk id="3" creationId="{2EC4CDB4-371D-F278-9B3A-8992BE59BDF5}"/>
          </ac:spMkLst>
        </pc:spChg>
        <pc:graphicFrameChg chg="add mod modGraphic">
          <ac:chgData name="Sravan Reddy" userId="39f41b09a2aae798" providerId="LiveId" clId="{1AE7995A-5915-4E6C-B7BC-BBD3C8E644BB}" dt="2026-03-16T17:51:59.363" v="314" actId="1076"/>
          <ac:graphicFrameMkLst>
            <pc:docMk/>
            <pc:sldMk cId="3242394263" sldId="267"/>
            <ac:graphicFrameMk id="4" creationId="{AAC48C91-D8EA-9575-CEB6-00B75D1BCCBB}"/>
          </ac:graphicFrameMkLst>
        </pc:graphicFrameChg>
      </pc:sldChg>
      <pc:sldChg chg="addSp modSp new mod">
        <pc:chgData name="Sravan Reddy" userId="39f41b09a2aae798" providerId="LiveId" clId="{1AE7995A-5915-4E6C-B7BC-BBD3C8E644BB}" dt="2026-03-16T17:53:22.405" v="329" actId="255"/>
        <pc:sldMkLst>
          <pc:docMk/>
          <pc:sldMk cId="1826380184" sldId="268"/>
        </pc:sldMkLst>
        <pc:spChg chg="add mod">
          <ac:chgData name="Sravan Reddy" userId="39f41b09a2aae798" providerId="LiveId" clId="{1AE7995A-5915-4E6C-B7BC-BBD3C8E644BB}" dt="2026-03-16T17:53:01.247" v="326" actId="1076"/>
          <ac:spMkLst>
            <pc:docMk/>
            <pc:sldMk cId="1826380184" sldId="268"/>
            <ac:spMk id="2" creationId="{EE25D0EB-4E5F-9961-78E8-E22466771A0A}"/>
          </ac:spMkLst>
        </pc:spChg>
        <pc:spChg chg="add mod">
          <ac:chgData name="Sravan Reddy" userId="39f41b09a2aae798" providerId="LiveId" clId="{1AE7995A-5915-4E6C-B7BC-BBD3C8E644BB}" dt="2026-03-16T17:53:22.405" v="329" actId="255"/>
          <ac:spMkLst>
            <pc:docMk/>
            <pc:sldMk cId="1826380184" sldId="268"/>
            <ac:spMk id="3" creationId="{D41F9B4F-3F1F-0D2D-CA27-1E43EE28C517}"/>
          </ac:spMkLst>
        </pc:spChg>
      </pc:sldChg>
      <pc:sldChg chg="addSp modSp new mod">
        <pc:chgData name="Sravan Reddy" userId="39f41b09a2aae798" providerId="LiveId" clId="{1AE7995A-5915-4E6C-B7BC-BBD3C8E644BB}" dt="2026-03-16T17:57:38.870" v="508" actId="1076"/>
        <pc:sldMkLst>
          <pc:docMk/>
          <pc:sldMk cId="3492577506" sldId="269"/>
        </pc:sldMkLst>
        <pc:spChg chg="add mod">
          <ac:chgData name="Sravan Reddy" userId="39f41b09a2aae798" providerId="LiveId" clId="{1AE7995A-5915-4E6C-B7BC-BBD3C8E644BB}" dt="2026-03-16T17:57:38.870" v="508" actId="1076"/>
          <ac:spMkLst>
            <pc:docMk/>
            <pc:sldMk cId="3492577506" sldId="269"/>
            <ac:spMk id="2" creationId="{8E1EF53B-1756-1D91-8D0C-7CCA969FE45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759" y="2166364"/>
            <a:ext cx="11471565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96250"/>
            <a:ext cx="9144000" cy="130925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520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293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191" y="2208879"/>
            <a:ext cx="10515600" cy="16764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3191" y="4010334"/>
            <a:ext cx="10515600" cy="1174639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0482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5344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0391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613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7008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7008" y="2656566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1230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1230" y="2656564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90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49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456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7008" y="2120054"/>
            <a:ext cx="6126480" cy="4114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89023" y="2147486"/>
            <a:ext cx="320040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086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0160" y="2211494"/>
            <a:ext cx="6126480" cy="393192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90688" y="2150621"/>
            <a:ext cx="320040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043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570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019312" y="0"/>
            <a:ext cx="27432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0624" y="274638"/>
            <a:ext cx="240238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274638"/>
            <a:ext cx="7973291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22854"/>
            <a:ext cx="2743196" cy="365125"/>
          </a:xfrm>
        </p:spPr>
        <p:txBody>
          <a:bodyPr/>
          <a:lstStyle/>
          <a:p>
            <a:fld id="{63A1C593-65D0-4073-BCC9-577B9352EA97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76135" y="6422854"/>
            <a:ext cx="427966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3048" y="6422854"/>
            <a:ext cx="879759" cy="365125"/>
          </a:xfrm>
        </p:spPr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72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3" y="176109"/>
            <a:ext cx="12188952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2919" y="2011680"/>
            <a:ext cx="978408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02266" y="6422854"/>
            <a:ext cx="3000894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96471" y="6422854"/>
            <a:ext cx="5044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8927" y="6422854"/>
            <a:ext cx="946264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01051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BFD5C7-7616-8278-5326-369D4A84790A}"/>
              </a:ext>
            </a:extLst>
          </p:cNvPr>
          <p:cNvSpPr txBox="1"/>
          <p:nvPr/>
        </p:nvSpPr>
        <p:spPr>
          <a:xfrm>
            <a:off x="749857" y="373225"/>
            <a:ext cx="10371750" cy="1354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Vulnerability Assessment and Penetration Testing (VAPT) </a:t>
            </a:r>
          </a:p>
          <a:p>
            <a:r>
              <a:rPr lang="en-US" sz="3200" b="1" dirty="0"/>
              <a:t>of a Web Application using Kali Linux and DVWA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14FDD8-DD5F-1916-2477-ABAD265576D9}"/>
              </a:ext>
            </a:extLst>
          </p:cNvPr>
          <p:cNvSpPr txBox="1"/>
          <p:nvPr/>
        </p:nvSpPr>
        <p:spPr>
          <a:xfrm>
            <a:off x="121298" y="4758612"/>
            <a:ext cx="6400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USN : 1MS23CY024		Name:	</a:t>
            </a:r>
            <a:r>
              <a:rPr lang="en-IN" sz="2000" dirty="0" err="1"/>
              <a:t>Jalihal</a:t>
            </a:r>
            <a:r>
              <a:rPr lang="en-IN" sz="2000" dirty="0"/>
              <a:t> Abhay</a:t>
            </a:r>
          </a:p>
          <a:p>
            <a:r>
              <a:rPr lang="en-IN" sz="2000" dirty="0"/>
              <a:t>	   1MS23CY068				V SRAVAN REDDY</a:t>
            </a:r>
          </a:p>
          <a:p>
            <a:r>
              <a:rPr lang="en-IN" sz="2000" dirty="0"/>
              <a:t>	   1MS23CY073				Vignesh K</a:t>
            </a:r>
          </a:p>
        </p:txBody>
      </p:sp>
    </p:spTree>
    <p:extLst>
      <p:ext uri="{BB962C8B-B14F-4D97-AF65-F5344CB8AC3E}">
        <p14:creationId xmlns:p14="http://schemas.microsoft.com/office/powerpoint/2010/main" val="2869875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5BE005-845F-321F-9062-66C3A01A39C3}"/>
              </a:ext>
            </a:extLst>
          </p:cNvPr>
          <p:cNvSpPr txBox="1"/>
          <p:nvPr/>
        </p:nvSpPr>
        <p:spPr>
          <a:xfrm>
            <a:off x="634482" y="494522"/>
            <a:ext cx="62884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dirty="0"/>
              <a:t>Problem Statement / Objective 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A31BC0-4A31-D89A-E808-9C94AED64A0A}"/>
              </a:ext>
            </a:extLst>
          </p:cNvPr>
          <p:cNvSpPr txBox="1"/>
          <p:nvPr/>
        </p:nvSpPr>
        <p:spPr>
          <a:xfrm>
            <a:off x="485192" y="1268963"/>
            <a:ext cx="10795518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Problem Statement</a:t>
            </a:r>
            <a:endParaRPr lang="en-US" dirty="0"/>
          </a:p>
          <a:p>
            <a:r>
              <a:rPr lang="en-US" dirty="0"/>
              <a:t>Web applications are widely used for services such as banking, e-commerce, healthcare, and government portals. However, insecure coding practices and poor security configurations often introduce vulnerabilities that attackers can exploit.</a:t>
            </a:r>
          </a:p>
          <a:p>
            <a:endParaRPr lang="en-US" dirty="0"/>
          </a:p>
          <a:p>
            <a:r>
              <a:rPr lang="en-US" b="1" dirty="0"/>
              <a:t>Objective</a:t>
            </a:r>
            <a:endParaRPr lang="en-US" dirty="0"/>
          </a:p>
          <a:p>
            <a:r>
              <a:rPr lang="en-US" dirty="0"/>
              <a:t>The objective of this experiment is to:</a:t>
            </a:r>
          </a:p>
          <a:p>
            <a:r>
              <a:rPr lang="en-US" dirty="0"/>
              <a:t>• Perform </a:t>
            </a:r>
            <a:r>
              <a:rPr lang="en-US" b="1" dirty="0"/>
              <a:t>Vulnerability Assessment and Penetration Testing (VAPT)</a:t>
            </a:r>
            <a:r>
              <a:rPr lang="en-US" dirty="0"/>
              <a:t> on a vulnerable web application</a:t>
            </a:r>
            <a:br>
              <a:rPr lang="en-US" dirty="0"/>
            </a:br>
            <a:r>
              <a:rPr lang="en-US" dirty="0"/>
              <a:t>• Identify common web application vulnerabilities</a:t>
            </a:r>
            <a:br>
              <a:rPr lang="en-US" dirty="0"/>
            </a:br>
            <a:r>
              <a:rPr lang="en-US" dirty="0"/>
              <a:t>• Demonstrate exploitation using penetration testing tools</a:t>
            </a:r>
            <a:br>
              <a:rPr lang="en-US" dirty="0"/>
            </a:br>
            <a:r>
              <a:rPr lang="en-US" dirty="0"/>
              <a:t>• Understand the security risks associated with vulnerable applications</a:t>
            </a:r>
            <a:br>
              <a:rPr lang="en-US" dirty="0"/>
            </a:br>
            <a:r>
              <a:rPr lang="en-US" dirty="0"/>
              <a:t>• Suggest mitigation strategies to secure web applications</a:t>
            </a:r>
          </a:p>
          <a:p>
            <a:endParaRPr lang="en-US" dirty="0"/>
          </a:p>
          <a:p>
            <a:r>
              <a:rPr lang="en-US" b="1" dirty="0"/>
              <a:t>System Tested</a:t>
            </a:r>
            <a:endParaRPr lang="en-US" dirty="0"/>
          </a:p>
          <a:p>
            <a:r>
              <a:rPr lang="en-US" dirty="0"/>
              <a:t>Web Application: DVWA</a:t>
            </a:r>
            <a:br>
              <a:rPr lang="en-US" dirty="0"/>
            </a:br>
            <a:r>
              <a:rPr lang="en-US" dirty="0"/>
              <a:t>Environment: Ubuntu Linux Server</a:t>
            </a:r>
            <a:br>
              <a:rPr lang="en-US" dirty="0"/>
            </a:br>
            <a:r>
              <a:rPr lang="en-US" dirty="0"/>
              <a:t>Testing Platform: Kali Linux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00856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0FF286-1E4E-4A09-3533-1BC1073F937B}"/>
              </a:ext>
            </a:extLst>
          </p:cNvPr>
          <p:cNvSpPr txBox="1"/>
          <p:nvPr/>
        </p:nvSpPr>
        <p:spPr>
          <a:xfrm>
            <a:off x="578498" y="503853"/>
            <a:ext cx="43681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/>
              <a:t>Lab Environment Setup 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3C14BD-74E6-BF49-4763-30F4CAA602A7}"/>
              </a:ext>
            </a:extLst>
          </p:cNvPr>
          <p:cNvSpPr txBox="1"/>
          <p:nvPr/>
        </p:nvSpPr>
        <p:spPr>
          <a:xfrm>
            <a:off x="312280" y="1305341"/>
            <a:ext cx="5276757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Testing Environment</a:t>
            </a:r>
            <a:endParaRPr lang="en-IN" sz="2400" dirty="0"/>
          </a:p>
          <a:p>
            <a:r>
              <a:rPr lang="en-IN" sz="2400" dirty="0"/>
              <a:t>Attacker Machine:</a:t>
            </a:r>
            <a:br>
              <a:rPr lang="en-IN" sz="2400" dirty="0"/>
            </a:br>
            <a:r>
              <a:rPr lang="en-IN" sz="2400" dirty="0"/>
              <a:t>• Kali Linux</a:t>
            </a:r>
            <a:br>
              <a:rPr lang="en-IN" sz="2400" dirty="0"/>
            </a:br>
            <a:r>
              <a:rPr lang="en-IN" sz="2400" dirty="0"/>
              <a:t>• Contains penetration testing tools</a:t>
            </a:r>
          </a:p>
          <a:p>
            <a:endParaRPr lang="en-IN" sz="2400" dirty="0"/>
          </a:p>
          <a:p>
            <a:r>
              <a:rPr lang="en-IN" sz="2400" dirty="0"/>
              <a:t>Target Machine:</a:t>
            </a:r>
            <a:br>
              <a:rPr lang="en-IN" sz="2400" dirty="0"/>
            </a:br>
            <a:r>
              <a:rPr lang="en-IN" sz="2400" dirty="0"/>
              <a:t>• Ubuntu Linux</a:t>
            </a:r>
            <a:br>
              <a:rPr lang="en-IN" sz="2400" dirty="0"/>
            </a:br>
            <a:r>
              <a:rPr lang="en-IN" sz="2400" dirty="0"/>
              <a:t>• Hosts DVWA web application</a:t>
            </a:r>
          </a:p>
          <a:p>
            <a:r>
              <a:rPr lang="en-IN" sz="2400" dirty="0"/>
              <a:t>							</a:t>
            </a:r>
          </a:p>
          <a:p>
            <a:r>
              <a:rPr lang="en-IN" sz="2400" dirty="0"/>
              <a:t>Virtualization Platform:</a:t>
            </a:r>
            <a:br>
              <a:rPr lang="en-IN" sz="2400" dirty="0"/>
            </a:br>
            <a:r>
              <a:rPr lang="en-IN" sz="2400" dirty="0"/>
              <a:t>• VMware Workstation</a:t>
            </a:r>
          </a:p>
          <a:p>
            <a:endParaRPr lang="en-IN" sz="2400" dirty="0"/>
          </a:p>
          <a:p>
            <a:r>
              <a:rPr lang="en-IN" sz="2400" dirty="0"/>
              <a:t>Network Configuration</a:t>
            </a:r>
            <a:br>
              <a:rPr lang="en-IN" sz="2400" dirty="0"/>
            </a:br>
            <a:r>
              <a:rPr lang="en-IN" sz="2400" dirty="0"/>
              <a:t>• Host-Only Network</a:t>
            </a:r>
          </a:p>
          <a:p>
            <a:endParaRPr lang="en-IN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735977-9880-1AF6-BDFE-EAB59295C3F7}"/>
              </a:ext>
            </a:extLst>
          </p:cNvPr>
          <p:cNvSpPr txBox="1"/>
          <p:nvPr/>
        </p:nvSpPr>
        <p:spPr>
          <a:xfrm>
            <a:off x="6096000" y="1302287"/>
            <a:ext cx="555171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Architecture:</a:t>
            </a:r>
            <a:endParaRPr lang="en-IN" sz="2400" dirty="0"/>
          </a:p>
          <a:p>
            <a:r>
              <a:rPr lang="en-IN" sz="2400" dirty="0"/>
              <a:t>Kali Linux (Attacker)</a:t>
            </a:r>
            <a:br>
              <a:rPr lang="en-IN" sz="2400" dirty="0"/>
            </a:br>
            <a:r>
              <a:rPr lang="en-IN" sz="2400" dirty="0"/>
              <a:t>↓</a:t>
            </a:r>
            <a:br>
              <a:rPr lang="en-IN" sz="2400" dirty="0"/>
            </a:br>
            <a:r>
              <a:rPr lang="en-IN" sz="2400" dirty="0"/>
              <a:t>Host-Only Network</a:t>
            </a:r>
            <a:br>
              <a:rPr lang="en-IN" sz="2400" dirty="0"/>
            </a:br>
            <a:r>
              <a:rPr lang="en-IN" sz="2400" dirty="0"/>
              <a:t>↓</a:t>
            </a:r>
            <a:br>
              <a:rPr lang="en-IN" sz="2400" dirty="0"/>
            </a:br>
            <a:r>
              <a:rPr lang="en-IN" sz="2400" dirty="0"/>
              <a:t>Ubuntu Server</a:t>
            </a:r>
            <a:br>
              <a:rPr lang="en-IN" sz="2400" dirty="0"/>
            </a:br>
            <a:r>
              <a:rPr lang="en-IN" sz="2400" dirty="0"/>
              <a:t>↓</a:t>
            </a:r>
            <a:br>
              <a:rPr lang="en-IN" sz="2400" dirty="0"/>
            </a:br>
            <a:r>
              <a:rPr lang="en-IN" sz="2400" dirty="0"/>
              <a:t>DVWA Web Application</a:t>
            </a:r>
          </a:p>
          <a:p>
            <a:endParaRPr lang="en-IN" sz="2400" dirty="0"/>
          </a:p>
          <a:p>
            <a:r>
              <a:rPr lang="en-IN" sz="2400" b="1" dirty="0"/>
              <a:t>IP Configuration Example</a:t>
            </a:r>
          </a:p>
          <a:p>
            <a:endParaRPr lang="en-IN" sz="2400" b="1" dirty="0"/>
          </a:p>
          <a:p>
            <a:r>
              <a:rPr lang="en-IN" sz="2400" dirty="0"/>
              <a:t>Kali Linux IP: 192.168.56.101</a:t>
            </a:r>
            <a:br>
              <a:rPr lang="en-IN" sz="2400" dirty="0"/>
            </a:br>
            <a:r>
              <a:rPr lang="en-IN" sz="2400" dirty="0"/>
              <a:t>Ubuntu Server IP: 192.168.56.102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3005095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212881-7E7F-DC3D-79D7-E160CDA93B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498" y="1231641"/>
            <a:ext cx="8378889" cy="513183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AA4A44A-4F7E-A375-E25D-4CB0FE2684D2}"/>
              </a:ext>
            </a:extLst>
          </p:cNvPr>
          <p:cNvSpPr txBox="1"/>
          <p:nvPr/>
        </p:nvSpPr>
        <p:spPr>
          <a:xfrm>
            <a:off x="578499" y="401216"/>
            <a:ext cx="33489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/>
              <a:t>Network diagram :</a:t>
            </a:r>
          </a:p>
        </p:txBody>
      </p:sp>
    </p:spTree>
    <p:extLst>
      <p:ext uri="{BB962C8B-B14F-4D97-AF65-F5344CB8AC3E}">
        <p14:creationId xmlns:p14="http://schemas.microsoft.com/office/powerpoint/2010/main" val="42512272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1A52ACA-EA5E-302B-46B3-F6BEEEAFB8F3}"/>
              </a:ext>
            </a:extLst>
          </p:cNvPr>
          <p:cNvSpPr txBox="1"/>
          <p:nvPr/>
        </p:nvSpPr>
        <p:spPr>
          <a:xfrm>
            <a:off x="456876" y="593734"/>
            <a:ext cx="20220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/>
              <a:t>Tools Used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A6DEFAA-4BF1-0CDE-EB33-05861219C8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5585261"/>
              </p:ext>
            </p:extLst>
          </p:nvPr>
        </p:nvGraphicFramePr>
        <p:xfrm>
          <a:off x="454813" y="1457229"/>
          <a:ext cx="9783762" cy="18288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4891881">
                  <a:extLst>
                    <a:ext uri="{9D8B030D-6E8A-4147-A177-3AD203B41FA5}">
                      <a16:colId xmlns:a16="http://schemas.microsoft.com/office/drawing/2014/main" val="3439620301"/>
                    </a:ext>
                  </a:extLst>
                </a:gridCol>
                <a:gridCol w="4891881">
                  <a:extLst>
                    <a:ext uri="{9D8B030D-6E8A-4147-A177-3AD203B41FA5}">
                      <a16:colId xmlns:a16="http://schemas.microsoft.com/office/drawing/2014/main" val="129156591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Tool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576896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Nmap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Network scanning and port discovery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468505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 err="1"/>
                        <a:t>Nikto</a:t>
                      </a:r>
                      <a:endParaRPr lang="en-IN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Web server vulnerability scanner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135638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Hydra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Password brute-force tool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0699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SQLMap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Automated SQL injection exploitation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750402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C9084BC-13C0-7890-46F7-098307448134}"/>
              </a:ext>
            </a:extLst>
          </p:cNvPr>
          <p:cNvSpPr txBox="1"/>
          <p:nvPr/>
        </p:nvSpPr>
        <p:spPr>
          <a:xfrm>
            <a:off x="454813" y="4224759"/>
            <a:ext cx="510103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Nmap</a:t>
            </a:r>
            <a:endParaRPr lang="en-US" sz="2000" dirty="0"/>
          </a:p>
          <a:p>
            <a:r>
              <a:rPr lang="en-US" sz="2000" dirty="0"/>
              <a:t>• Identifies open ports and services</a:t>
            </a:r>
            <a:br>
              <a:rPr lang="en-US" sz="2000" dirty="0"/>
            </a:br>
            <a:r>
              <a:rPr lang="en-US" sz="2000" dirty="0"/>
              <a:t>• Used for network reconnaissance</a:t>
            </a:r>
          </a:p>
          <a:p>
            <a:endParaRPr lang="en-US" sz="2000" dirty="0"/>
          </a:p>
          <a:p>
            <a:r>
              <a:rPr lang="en-US" sz="2000" dirty="0"/>
              <a:t>Example command</a:t>
            </a:r>
          </a:p>
          <a:p>
            <a:r>
              <a:rPr lang="en-US" sz="2000" dirty="0" err="1"/>
              <a:t>nmap</a:t>
            </a:r>
            <a:r>
              <a:rPr lang="en-US" sz="2000" dirty="0"/>
              <a:t> -</a:t>
            </a:r>
            <a:r>
              <a:rPr lang="en-US" sz="2000" dirty="0" err="1"/>
              <a:t>sV</a:t>
            </a:r>
            <a:r>
              <a:rPr lang="en-US" sz="2000" dirty="0"/>
              <a:t> 192.168.56.102</a:t>
            </a:r>
          </a:p>
          <a:p>
            <a:endParaRPr lang="en-IN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652573-6638-5F15-F95F-1EAF61C07D7A}"/>
              </a:ext>
            </a:extLst>
          </p:cNvPr>
          <p:cNvSpPr txBox="1"/>
          <p:nvPr/>
        </p:nvSpPr>
        <p:spPr>
          <a:xfrm>
            <a:off x="6096000" y="4246609"/>
            <a:ext cx="454383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Nikto</a:t>
            </a:r>
            <a:endParaRPr lang="en-US" dirty="0"/>
          </a:p>
          <a:p>
            <a:r>
              <a:rPr lang="en-US" dirty="0"/>
              <a:t>• Scans web servers for vulnerabilities</a:t>
            </a:r>
            <a:br>
              <a:rPr lang="en-US" dirty="0"/>
            </a:br>
            <a:r>
              <a:rPr lang="en-US" dirty="0"/>
              <a:t>• Detects outdated software and        	misconfigurations</a:t>
            </a:r>
          </a:p>
          <a:p>
            <a:endParaRPr lang="en-US" dirty="0"/>
          </a:p>
          <a:p>
            <a:r>
              <a:rPr lang="en-US" dirty="0"/>
              <a:t>Example command</a:t>
            </a:r>
          </a:p>
          <a:p>
            <a:r>
              <a:rPr lang="en-US" dirty="0" err="1"/>
              <a:t>nikto</a:t>
            </a:r>
            <a:r>
              <a:rPr lang="en-US" dirty="0"/>
              <a:t> -h http://192.168.56.102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3194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BAC314C-BC44-A7A7-61D3-90FA53C84193}"/>
              </a:ext>
            </a:extLst>
          </p:cNvPr>
          <p:cNvSpPr txBox="1"/>
          <p:nvPr/>
        </p:nvSpPr>
        <p:spPr>
          <a:xfrm>
            <a:off x="229883" y="659359"/>
            <a:ext cx="467820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Hydra</a:t>
            </a:r>
            <a:endParaRPr lang="en-US" dirty="0"/>
          </a:p>
          <a:p>
            <a:r>
              <a:rPr lang="en-US" dirty="0"/>
              <a:t>• Performs password brute-force attacks</a:t>
            </a:r>
            <a:br>
              <a:rPr lang="en-US" dirty="0"/>
            </a:br>
            <a:r>
              <a:rPr lang="en-US" dirty="0"/>
              <a:t>• Used to break weak authentication systems</a:t>
            </a:r>
          </a:p>
          <a:p>
            <a:endParaRPr lang="en-US" dirty="0"/>
          </a:p>
          <a:p>
            <a:r>
              <a:rPr lang="en-US" dirty="0"/>
              <a:t>Example command</a:t>
            </a:r>
          </a:p>
          <a:p>
            <a:r>
              <a:rPr lang="en-US" dirty="0"/>
              <a:t>hydra -l admin -P passwords.txt 192.168.56.102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2C5C52-86E4-3F20-07C4-A68C40EFB94C}"/>
              </a:ext>
            </a:extLst>
          </p:cNvPr>
          <p:cNvSpPr txBox="1"/>
          <p:nvPr/>
        </p:nvSpPr>
        <p:spPr>
          <a:xfrm>
            <a:off x="6238755" y="659359"/>
            <a:ext cx="5723362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 err="1"/>
              <a:t>SQLMap</a:t>
            </a:r>
            <a:endParaRPr lang="en-IN" dirty="0"/>
          </a:p>
          <a:p>
            <a:r>
              <a:rPr lang="en-IN" dirty="0"/>
              <a:t>• Automates SQL Injection attacks</a:t>
            </a:r>
            <a:br>
              <a:rPr lang="en-IN" dirty="0"/>
            </a:br>
            <a:r>
              <a:rPr lang="en-IN" dirty="0"/>
              <a:t>• Extracts database information</a:t>
            </a:r>
          </a:p>
          <a:p>
            <a:endParaRPr lang="en-IN" dirty="0"/>
          </a:p>
          <a:p>
            <a:r>
              <a:rPr lang="en-IN" dirty="0"/>
              <a:t>Example command</a:t>
            </a:r>
          </a:p>
          <a:p>
            <a:r>
              <a:rPr lang="en-IN" dirty="0" err="1"/>
              <a:t>sqlmap</a:t>
            </a:r>
            <a:r>
              <a:rPr lang="en-IN" dirty="0"/>
              <a:t> -u "http://192.168.56.102/</a:t>
            </a:r>
            <a:r>
              <a:rPr lang="en-IN" dirty="0" err="1"/>
              <a:t>dvwa</a:t>
            </a:r>
            <a:r>
              <a:rPr lang="en-IN" dirty="0"/>
              <a:t>/vulnerabilities/</a:t>
            </a:r>
            <a:r>
              <a:rPr lang="en-IN" dirty="0" err="1"/>
              <a:t>sqli</a:t>
            </a:r>
            <a:r>
              <a:rPr lang="en-IN" dirty="0"/>
              <a:t>"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3489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15E8EC2-95F2-07E2-D756-FF6D1F9CCE84}"/>
              </a:ext>
            </a:extLst>
          </p:cNvPr>
          <p:cNvSpPr txBox="1"/>
          <p:nvPr/>
        </p:nvSpPr>
        <p:spPr>
          <a:xfrm>
            <a:off x="509286" y="567160"/>
            <a:ext cx="26645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/>
              <a:t>Methodology 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604AEE-9A8D-8E90-DCB9-56E3BAC9EECB}"/>
              </a:ext>
            </a:extLst>
          </p:cNvPr>
          <p:cNvSpPr txBox="1"/>
          <p:nvPr/>
        </p:nvSpPr>
        <p:spPr>
          <a:xfrm>
            <a:off x="509285" y="1250065"/>
            <a:ext cx="8681013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Penetration Testing Lifecycle</a:t>
            </a:r>
          </a:p>
          <a:p>
            <a:endParaRPr lang="en-IN" sz="2000" dirty="0"/>
          </a:p>
          <a:p>
            <a:r>
              <a:rPr lang="en-IN" sz="2000" dirty="0"/>
              <a:t>1️⃣ Reconnaissance</a:t>
            </a:r>
            <a:br>
              <a:rPr lang="en-IN" sz="2000" dirty="0"/>
            </a:br>
            <a:r>
              <a:rPr lang="en-IN" sz="2000" dirty="0"/>
              <a:t>• Gather information about target system</a:t>
            </a:r>
          </a:p>
          <a:p>
            <a:endParaRPr lang="en-IN" sz="2000" dirty="0"/>
          </a:p>
          <a:p>
            <a:r>
              <a:rPr lang="en-IN" sz="2000" dirty="0"/>
              <a:t>2️⃣ Scanning</a:t>
            </a:r>
            <a:br>
              <a:rPr lang="en-IN" sz="2000" dirty="0"/>
            </a:br>
            <a:r>
              <a:rPr lang="en-IN" sz="2000" dirty="0"/>
              <a:t>• Identify open ports and services using Nmap</a:t>
            </a:r>
          </a:p>
          <a:p>
            <a:endParaRPr lang="en-IN" sz="2000" dirty="0"/>
          </a:p>
          <a:p>
            <a:r>
              <a:rPr lang="en-IN" sz="2000" dirty="0"/>
              <a:t>3️⃣ Vulnerability Analysis</a:t>
            </a:r>
            <a:br>
              <a:rPr lang="en-IN" sz="2000" dirty="0"/>
            </a:br>
            <a:r>
              <a:rPr lang="en-IN" sz="2000" dirty="0"/>
              <a:t>• Detect web vulnerabilities using </a:t>
            </a:r>
            <a:r>
              <a:rPr lang="en-IN" sz="2000" dirty="0" err="1"/>
              <a:t>Nikto</a:t>
            </a:r>
            <a:endParaRPr lang="en-IN" sz="2000" dirty="0"/>
          </a:p>
          <a:p>
            <a:endParaRPr lang="en-IN" sz="2000" dirty="0"/>
          </a:p>
          <a:p>
            <a:r>
              <a:rPr lang="en-IN" sz="2000" dirty="0"/>
              <a:t>4️⃣ Exploitation</a:t>
            </a:r>
            <a:br>
              <a:rPr lang="en-IN" sz="2000" dirty="0"/>
            </a:br>
            <a:r>
              <a:rPr lang="en-IN" sz="2000" dirty="0"/>
              <a:t>• Exploit vulnerabilities using Hydra and </a:t>
            </a:r>
            <a:r>
              <a:rPr lang="en-IN" sz="2000" dirty="0" err="1"/>
              <a:t>SQLMap</a:t>
            </a:r>
            <a:endParaRPr lang="en-IN" sz="2000" dirty="0"/>
          </a:p>
          <a:p>
            <a:endParaRPr lang="en-IN" sz="2000" dirty="0"/>
          </a:p>
          <a:p>
            <a:r>
              <a:rPr lang="en-IN" sz="2000" dirty="0"/>
              <a:t>5️⃣ Post-Exploitation</a:t>
            </a:r>
            <a:br>
              <a:rPr lang="en-IN" sz="2000" dirty="0"/>
            </a:br>
            <a:r>
              <a:rPr lang="en-IN" sz="2000" dirty="0"/>
              <a:t>• Evaluate impact of the attack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2644060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E2A3AEC-F431-1E80-00DC-399A97D4A917}"/>
              </a:ext>
            </a:extLst>
          </p:cNvPr>
          <p:cNvSpPr txBox="1"/>
          <p:nvPr/>
        </p:nvSpPr>
        <p:spPr>
          <a:xfrm>
            <a:off x="243068" y="451412"/>
            <a:ext cx="47724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/>
              <a:t>Vulnerabilities Discovered 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0823F3-933F-51FE-EF58-B16F87315008}"/>
              </a:ext>
            </a:extLst>
          </p:cNvPr>
          <p:cNvSpPr txBox="1"/>
          <p:nvPr/>
        </p:nvSpPr>
        <p:spPr>
          <a:xfrm>
            <a:off x="243068" y="3240911"/>
            <a:ext cx="657442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Description: </a:t>
            </a:r>
            <a:endParaRPr lang="en-US" sz="2400" dirty="0"/>
          </a:p>
          <a:p>
            <a:r>
              <a:rPr lang="en-US" sz="2400" dirty="0"/>
              <a:t>SQL Injection</a:t>
            </a:r>
            <a:br>
              <a:rPr lang="en-US" sz="2400" dirty="0"/>
            </a:br>
            <a:r>
              <a:rPr lang="en-US" sz="2400" dirty="0"/>
              <a:t>• Allows attackers to access database data</a:t>
            </a:r>
          </a:p>
          <a:p>
            <a:endParaRPr lang="en-US" sz="2400" dirty="0"/>
          </a:p>
          <a:p>
            <a:r>
              <a:rPr lang="en-US" sz="2400" dirty="0"/>
              <a:t>Weak Authentication</a:t>
            </a:r>
            <a:br>
              <a:rPr lang="en-US" sz="2400" dirty="0"/>
            </a:br>
            <a:r>
              <a:rPr lang="en-US" sz="2400" dirty="0"/>
              <a:t>• Enables unauthorized login</a:t>
            </a:r>
          </a:p>
          <a:p>
            <a:endParaRPr lang="en-US" sz="2400" dirty="0"/>
          </a:p>
          <a:p>
            <a:r>
              <a:rPr lang="en-US" sz="2400" dirty="0"/>
              <a:t>Missing Security Headers</a:t>
            </a:r>
            <a:br>
              <a:rPr lang="en-US" sz="2400" dirty="0"/>
            </a:br>
            <a:r>
              <a:rPr lang="en-US" sz="2400" dirty="0"/>
              <a:t>• Increases risk of web attacks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EAC89BB-1B45-C59F-109E-C4F9F2699E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4543340"/>
              </p:ext>
            </p:extLst>
          </p:nvPr>
        </p:nvGraphicFramePr>
        <p:xfrm>
          <a:off x="243068" y="1177724"/>
          <a:ext cx="9783762" cy="1828800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3261254">
                  <a:extLst>
                    <a:ext uri="{9D8B030D-6E8A-4147-A177-3AD203B41FA5}">
                      <a16:colId xmlns:a16="http://schemas.microsoft.com/office/drawing/2014/main" val="3692742623"/>
                    </a:ext>
                  </a:extLst>
                </a:gridCol>
                <a:gridCol w="3261254">
                  <a:extLst>
                    <a:ext uri="{9D8B030D-6E8A-4147-A177-3AD203B41FA5}">
                      <a16:colId xmlns:a16="http://schemas.microsoft.com/office/drawing/2014/main" val="2142506214"/>
                    </a:ext>
                  </a:extLst>
                </a:gridCol>
                <a:gridCol w="3261254">
                  <a:extLst>
                    <a:ext uri="{9D8B030D-6E8A-4147-A177-3AD203B41FA5}">
                      <a16:colId xmlns:a16="http://schemas.microsoft.com/office/drawing/2014/main" val="25294000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Vulnerability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Severity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Tool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95061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SQL Injection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SQLMap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46861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Weak Authentication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Hydra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8997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Missing Security Headers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Nikto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77755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Open Ports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Nmap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640463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E18A867-3209-F843-D4B7-4DB3F8717586}"/>
              </a:ext>
            </a:extLst>
          </p:cNvPr>
          <p:cNvSpPr txBox="1"/>
          <p:nvPr/>
        </p:nvSpPr>
        <p:spPr>
          <a:xfrm>
            <a:off x="6535838" y="3611301"/>
            <a:ext cx="393607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Open Ports</a:t>
            </a:r>
            <a:br>
              <a:rPr lang="en-US" sz="2400" dirty="0"/>
            </a:br>
            <a:r>
              <a:rPr lang="en-US" sz="2400" dirty="0"/>
              <a:t>• Exposes services to attacker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7005100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67F0101-DE6E-457A-ADBA-C79EC8DA5C9B}"/>
              </a:ext>
            </a:extLst>
          </p:cNvPr>
          <p:cNvSpPr txBox="1"/>
          <p:nvPr/>
        </p:nvSpPr>
        <p:spPr>
          <a:xfrm>
            <a:off x="300942" y="243068"/>
            <a:ext cx="50898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/>
              <a:t>Exploitation Demonstration 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6C97D7-F42F-8B66-6B9B-C639D6E80B77}"/>
              </a:ext>
            </a:extLst>
          </p:cNvPr>
          <p:cNvSpPr txBox="1"/>
          <p:nvPr/>
        </p:nvSpPr>
        <p:spPr>
          <a:xfrm>
            <a:off x="300942" y="827843"/>
            <a:ext cx="8947230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Step 1 — Port Scanning</a:t>
            </a:r>
            <a:endParaRPr lang="en-IN" sz="2000" dirty="0"/>
          </a:p>
          <a:p>
            <a:r>
              <a:rPr lang="en-IN" sz="2000" dirty="0" err="1"/>
              <a:t>nmap</a:t>
            </a:r>
            <a:r>
              <a:rPr lang="en-IN" sz="2000" dirty="0"/>
              <a:t> -</a:t>
            </a:r>
            <a:r>
              <a:rPr lang="en-IN" sz="2000" dirty="0" err="1"/>
              <a:t>sV</a:t>
            </a:r>
            <a:r>
              <a:rPr lang="en-IN" sz="2000" dirty="0"/>
              <a:t> 192.168.56.102</a:t>
            </a:r>
          </a:p>
          <a:p>
            <a:r>
              <a:rPr lang="en-IN" sz="2000" dirty="0"/>
              <a:t>Result</a:t>
            </a:r>
            <a:br>
              <a:rPr lang="en-IN" sz="2000" dirty="0"/>
            </a:br>
            <a:r>
              <a:rPr lang="en-IN" sz="2000" dirty="0"/>
              <a:t>• HTTP port 80 discovered</a:t>
            </a:r>
          </a:p>
          <a:p>
            <a:endParaRPr lang="en-IN" sz="2000" dirty="0"/>
          </a:p>
          <a:p>
            <a:r>
              <a:rPr lang="en-IN" sz="2000" b="1" dirty="0"/>
              <a:t>Step 2 — Web Vulnerability Scan</a:t>
            </a:r>
            <a:endParaRPr lang="en-IN" sz="2000" dirty="0"/>
          </a:p>
          <a:p>
            <a:r>
              <a:rPr lang="en-IN" sz="2000" dirty="0" err="1"/>
              <a:t>nikto</a:t>
            </a:r>
            <a:r>
              <a:rPr lang="en-IN" sz="2000" dirty="0"/>
              <a:t> -h http://192.168.56.102</a:t>
            </a:r>
          </a:p>
          <a:p>
            <a:r>
              <a:rPr lang="en-IN" sz="2000" dirty="0"/>
              <a:t>Result</a:t>
            </a:r>
            <a:br>
              <a:rPr lang="en-IN" sz="2000" dirty="0"/>
            </a:br>
            <a:r>
              <a:rPr lang="en-IN" sz="2000" dirty="0"/>
              <a:t>• Identified server vulnerabilities</a:t>
            </a:r>
          </a:p>
          <a:p>
            <a:endParaRPr lang="en-IN" sz="2000" dirty="0"/>
          </a:p>
          <a:p>
            <a:r>
              <a:rPr lang="en-IN" sz="2000" b="1" dirty="0"/>
              <a:t>Step 3 — Password Brute Force</a:t>
            </a:r>
            <a:endParaRPr lang="en-IN" sz="2000" dirty="0"/>
          </a:p>
          <a:p>
            <a:r>
              <a:rPr lang="en-IN" sz="2000" dirty="0"/>
              <a:t>hydra -l admin -P passwords.txt 192.168.56.102</a:t>
            </a:r>
          </a:p>
          <a:p>
            <a:r>
              <a:rPr lang="en-IN" sz="2000" dirty="0"/>
              <a:t>Result</a:t>
            </a:r>
            <a:br>
              <a:rPr lang="en-IN" sz="2000" dirty="0"/>
            </a:br>
            <a:r>
              <a:rPr lang="en-IN" sz="2000" dirty="0"/>
              <a:t>• Weak credentials discovered</a:t>
            </a:r>
          </a:p>
          <a:p>
            <a:endParaRPr lang="en-IN" sz="2000" dirty="0"/>
          </a:p>
          <a:p>
            <a:r>
              <a:rPr lang="en-IN" sz="2000" b="1" dirty="0"/>
              <a:t>Step 4 — SQL Injection</a:t>
            </a:r>
            <a:endParaRPr lang="en-IN" sz="2000" dirty="0"/>
          </a:p>
          <a:p>
            <a:r>
              <a:rPr lang="en-IN" sz="2000" dirty="0" err="1"/>
              <a:t>sqlmap</a:t>
            </a:r>
            <a:r>
              <a:rPr lang="en-IN" sz="2000" dirty="0"/>
              <a:t> -u "http://192.168.56.102/</a:t>
            </a:r>
            <a:r>
              <a:rPr lang="en-IN" sz="2000" dirty="0" err="1"/>
              <a:t>dvwa</a:t>
            </a:r>
            <a:r>
              <a:rPr lang="en-IN" sz="2000" dirty="0"/>
              <a:t>/vulnerabilities/</a:t>
            </a:r>
            <a:r>
              <a:rPr lang="en-IN" sz="2000" dirty="0" err="1"/>
              <a:t>sqli</a:t>
            </a:r>
            <a:r>
              <a:rPr lang="en-IN" sz="2000" dirty="0"/>
              <a:t>"</a:t>
            </a:r>
          </a:p>
          <a:p>
            <a:r>
              <a:rPr lang="en-IN" sz="2000" dirty="0"/>
              <a:t>Result</a:t>
            </a:r>
            <a:br>
              <a:rPr lang="en-IN" sz="2000" dirty="0"/>
            </a:br>
            <a:r>
              <a:rPr lang="en-IN" sz="2000" dirty="0"/>
              <a:t>• Database tables extracted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4481265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AD331BA-A97C-49FE-622A-60A1FB23C65A}"/>
              </a:ext>
            </a:extLst>
          </p:cNvPr>
          <p:cNvSpPr txBox="1"/>
          <p:nvPr/>
        </p:nvSpPr>
        <p:spPr>
          <a:xfrm>
            <a:off x="405115" y="322251"/>
            <a:ext cx="29879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/>
              <a:t>Risk Assessment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486592-4055-29C2-334D-C5F490E1EB57}"/>
              </a:ext>
            </a:extLst>
          </p:cNvPr>
          <p:cNvSpPr txBox="1"/>
          <p:nvPr/>
        </p:nvSpPr>
        <p:spPr>
          <a:xfrm>
            <a:off x="578734" y="3565002"/>
            <a:ext cx="453727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Severity Levels: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Critical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High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Medium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Low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3B1EFA8-E9C6-50C3-55C2-BAF8E059EE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9458252"/>
              </p:ext>
            </p:extLst>
          </p:nvPr>
        </p:nvGraphicFramePr>
        <p:xfrm>
          <a:off x="405115" y="1006997"/>
          <a:ext cx="9783762" cy="18288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4891881">
                  <a:extLst>
                    <a:ext uri="{9D8B030D-6E8A-4147-A177-3AD203B41FA5}">
                      <a16:colId xmlns:a16="http://schemas.microsoft.com/office/drawing/2014/main" val="2840290645"/>
                    </a:ext>
                  </a:extLst>
                </a:gridCol>
                <a:gridCol w="4891881">
                  <a:extLst>
                    <a:ext uri="{9D8B030D-6E8A-4147-A177-3AD203B41FA5}">
                      <a16:colId xmlns:a16="http://schemas.microsoft.com/office/drawing/2014/main" val="254427102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Risk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Impact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306424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Unauthorized Access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Account compromise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539252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Data Theft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Leakage of sensitive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894054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System Compromise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Full system control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346197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Reputation Damage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Loss of customer trust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65572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93971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5AE418-E298-621A-F56F-46189980334E}"/>
              </a:ext>
            </a:extLst>
          </p:cNvPr>
          <p:cNvSpPr txBox="1"/>
          <p:nvPr/>
        </p:nvSpPr>
        <p:spPr>
          <a:xfrm>
            <a:off x="324092" y="324091"/>
            <a:ext cx="57711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/>
              <a:t>Mitigation &amp; Recommendations 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C4CDB4-371D-F278-9B3A-8992BE59BDF5}"/>
              </a:ext>
            </a:extLst>
          </p:cNvPr>
          <p:cNvSpPr txBox="1"/>
          <p:nvPr/>
        </p:nvSpPr>
        <p:spPr>
          <a:xfrm>
            <a:off x="324092" y="3177250"/>
            <a:ext cx="672489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Additional Security Measures</a:t>
            </a:r>
          </a:p>
          <a:p>
            <a:endParaRPr lang="en-US" sz="2400" dirty="0"/>
          </a:p>
          <a:p>
            <a:r>
              <a:rPr lang="en-US" sz="2400" dirty="0"/>
              <a:t>• Input validation</a:t>
            </a:r>
            <a:br>
              <a:rPr lang="en-US" sz="2400" dirty="0"/>
            </a:br>
            <a:r>
              <a:rPr lang="en-US" sz="2400" dirty="0"/>
              <a:t>• Web Application Firewall (WAF)</a:t>
            </a:r>
            <a:br>
              <a:rPr lang="en-US" sz="2400" dirty="0"/>
            </a:br>
            <a:r>
              <a:rPr lang="en-US" sz="2400" dirty="0"/>
              <a:t>• Regular VAPT testing</a:t>
            </a:r>
            <a:br>
              <a:rPr lang="en-US" sz="2400" dirty="0"/>
            </a:br>
            <a:r>
              <a:rPr lang="en-US" sz="2400" dirty="0"/>
              <a:t>• Secure coding practices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AC48C91-D8EA-9575-CEB6-00B75D1BCC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3774134"/>
              </p:ext>
            </p:extLst>
          </p:nvPr>
        </p:nvGraphicFramePr>
        <p:xfrm>
          <a:off x="324092" y="1140107"/>
          <a:ext cx="9783762" cy="1828800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4891881">
                  <a:extLst>
                    <a:ext uri="{9D8B030D-6E8A-4147-A177-3AD203B41FA5}">
                      <a16:colId xmlns:a16="http://schemas.microsoft.com/office/drawing/2014/main" val="493349473"/>
                    </a:ext>
                  </a:extLst>
                </a:gridCol>
                <a:gridCol w="4891881">
                  <a:extLst>
                    <a:ext uri="{9D8B030D-6E8A-4147-A177-3AD203B41FA5}">
                      <a16:colId xmlns:a16="http://schemas.microsoft.com/office/drawing/2014/main" val="139564529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Vulnerability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Mitigation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529538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SQL Injection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Use prepared SQL statements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814715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Weak Passwords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Enforce strong password policy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912575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Missing Security Headers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Implement HTTP security headers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313543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Open Ports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Disable unused services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77843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23942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25D0EB-4E5F-9961-78E8-E22466771A0A}"/>
              </a:ext>
            </a:extLst>
          </p:cNvPr>
          <p:cNvSpPr txBox="1"/>
          <p:nvPr/>
        </p:nvSpPr>
        <p:spPr>
          <a:xfrm>
            <a:off x="370390" y="509033"/>
            <a:ext cx="22381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/>
              <a:t>Conclusion 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1F9B4F-3F1F-0D2D-CA27-1E43EE28C517}"/>
              </a:ext>
            </a:extLst>
          </p:cNvPr>
          <p:cNvSpPr txBox="1"/>
          <p:nvPr/>
        </p:nvSpPr>
        <p:spPr>
          <a:xfrm>
            <a:off x="370390" y="1354238"/>
            <a:ext cx="840322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• VAPT helps identify vulnerabilities in web applications.</a:t>
            </a:r>
            <a:br>
              <a:rPr lang="en-IN" sz="2400" dirty="0"/>
            </a:br>
            <a:r>
              <a:rPr lang="en-IN" sz="2400" dirty="0"/>
              <a:t>• DVWA provided a safe environment for penetration testing.</a:t>
            </a:r>
            <a:br>
              <a:rPr lang="en-IN" sz="2400" dirty="0"/>
            </a:br>
            <a:r>
              <a:rPr lang="en-IN" sz="2400" dirty="0"/>
              <a:t>• Tools like Nmap, </a:t>
            </a:r>
            <a:r>
              <a:rPr lang="en-IN" sz="2400" dirty="0" err="1"/>
              <a:t>Nikto</a:t>
            </a:r>
            <a:r>
              <a:rPr lang="en-IN" sz="2400" dirty="0"/>
              <a:t>, Hydra, and </a:t>
            </a:r>
            <a:r>
              <a:rPr lang="en-IN" sz="2400" dirty="0" err="1"/>
              <a:t>SQLMap</a:t>
            </a:r>
            <a:r>
              <a:rPr lang="en-IN" sz="2400" dirty="0"/>
              <a:t> helped discover and exploit vulnerabilities.</a:t>
            </a:r>
            <a:br>
              <a:rPr lang="en-IN" sz="2400" dirty="0"/>
            </a:br>
            <a:r>
              <a:rPr lang="en-IN" sz="2400" dirty="0"/>
              <a:t>• Security testing helps organizations improve system protection.</a:t>
            </a:r>
            <a:br>
              <a:rPr lang="en-IN" sz="2400" dirty="0"/>
            </a:br>
            <a:r>
              <a:rPr lang="en-IN" sz="2400" dirty="0"/>
              <a:t>• Regular penetration testing is essential for maintaining cybersecurity.</a:t>
            </a:r>
          </a:p>
        </p:txBody>
      </p:sp>
    </p:spTree>
    <p:extLst>
      <p:ext uri="{BB962C8B-B14F-4D97-AF65-F5344CB8AC3E}">
        <p14:creationId xmlns:p14="http://schemas.microsoft.com/office/powerpoint/2010/main" val="18263801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1EF53B-1756-1D91-8D0C-7CCA969FE459}"/>
              </a:ext>
            </a:extLst>
          </p:cNvPr>
          <p:cNvSpPr txBox="1"/>
          <p:nvPr/>
        </p:nvSpPr>
        <p:spPr>
          <a:xfrm>
            <a:off x="3536302" y="2864498"/>
            <a:ext cx="42174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dirty="0"/>
              <a:t>THANK  YOU</a:t>
            </a:r>
          </a:p>
        </p:txBody>
      </p:sp>
    </p:spTree>
    <p:extLst>
      <p:ext uri="{BB962C8B-B14F-4D97-AF65-F5344CB8AC3E}">
        <p14:creationId xmlns:p14="http://schemas.microsoft.com/office/powerpoint/2010/main" val="349257750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anded">
  <a:themeElements>
    <a:clrScheme name="Banded">
      <a:dk1>
        <a:srgbClr val="2C2C2C"/>
      </a:dk1>
      <a:lt1>
        <a:srgbClr val="FFFFFF"/>
      </a:lt1>
      <a:dk2>
        <a:srgbClr val="099BDD"/>
      </a:dk2>
      <a:lt2>
        <a:srgbClr val="F2F2F2"/>
      </a:lt2>
      <a:accent1>
        <a:srgbClr val="FFC000"/>
      </a:accent1>
      <a:accent2>
        <a:srgbClr val="A5D028"/>
      </a:accent2>
      <a:accent3>
        <a:srgbClr val="08CC78"/>
      </a:accent3>
      <a:accent4>
        <a:srgbClr val="F24099"/>
      </a:accent4>
      <a:accent5>
        <a:srgbClr val="828288"/>
      </a:accent5>
      <a:accent6>
        <a:srgbClr val="F56617"/>
      </a:accent6>
      <a:hlink>
        <a:srgbClr val="005DBA"/>
      </a:hlink>
      <a:folHlink>
        <a:srgbClr val="6C606A"/>
      </a:folHlink>
    </a:clrScheme>
    <a:fontScheme name="Banded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nded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9792607F-9579-4224-82FF-9C88C3E1E53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TM03090430[[fn=Banded]]</Template>
  <TotalTime>34</TotalTime>
  <Words>723</Words>
  <Application>Microsoft Office PowerPoint</Application>
  <PresentationFormat>Widescreen</PresentationFormat>
  <Paragraphs>147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Corbel</vt:lpstr>
      <vt:lpstr>Wingdings</vt:lpstr>
      <vt:lpstr>Banded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Sravan Reddy</dc:creator>
  <cp:lastModifiedBy>Sravan Reddy</cp:lastModifiedBy>
  <cp:revision>2</cp:revision>
  <dcterms:created xsi:type="dcterms:W3CDTF">2025-07-23T00:59:00Z</dcterms:created>
  <dcterms:modified xsi:type="dcterms:W3CDTF">2026-03-16T17:57:39Z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53D98EA922644B478A13410A32A3BB50_13</vt:lpwstr>
  </property>
  <property fmtid="{D5CDD505-2E9C-101B-9397-08002B2CF9AE}" pid="3" name="KSOProductBuildVer">
    <vt:lpwstr>2052-12.1.0.21915</vt:lpwstr>
  </property>
</Properties>
</file>