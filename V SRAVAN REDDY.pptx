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7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avan Reddy" userId="39f41b09a2aae798" providerId="LiveId" clId="{1AE7995A-5915-4E6C-B7BC-BBD3C8E644BB}"/>
    <pc:docChg chg="undo custSel addSld delSld modSld">
      <pc:chgData name="Sravan Reddy" userId="39f41b09a2aae798" providerId="LiveId" clId="{1AE7995A-5915-4E6C-B7BC-BBD3C8E644BB}" dt="2026-02-17T15:03:04.125" v="27" actId="14100"/>
      <pc:docMkLst>
        <pc:docMk/>
      </pc:docMkLst>
      <pc:sldChg chg="del">
        <pc:chgData name="Sravan Reddy" userId="39f41b09a2aae798" providerId="LiveId" clId="{1AE7995A-5915-4E6C-B7BC-BBD3C8E644BB}" dt="2026-02-17T14:50:14.174" v="1" actId="47"/>
        <pc:sldMkLst>
          <pc:docMk/>
          <pc:sldMk cId="0" sldId="256"/>
        </pc:sldMkLst>
      </pc:sldChg>
      <pc:sldChg chg="addSp delSp modSp new mod">
        <pc:chgData name="Sravan Reddy" userId="39f41b09a2aae798" providerId="LiveId" clId="{1AE7995A-5915-4E6C-B7BC-BBD3C8E644BB}" dt="2026-02-17T14:51:49.351" v="18" actId="14100"/>
        <pc:sldMkLst>
          <pc:docMk/>
          <pc:sldMk cId="2882565740" sldId="257"/>
        </pc:sldMkLst>
        <pc:spChg chg="add del">
          <ac:chgData name="Sravan Reddy" userId="39f41b09a2aae798" providerId="LiveId" clId="{1AE7995A-5915-4E6C-B7BC-BBD3C8E644BB}" dt="2026-02-17T14:50:17.247" v="3" actId="22"/>
          <ac:spMkLst>
            <pc:docMk/>
            <pc:sldMk cId="2882565740" sldId="257"/>
            <ac:spMk id="3" creationId="{8E105D1F-B622-F829-6D82-9DB1CB3BE96D}"/>
          </ac:spMkLst>
        </pc:spChg>
        <pc:picChg chg="add mod">
          <ac:chgData name="Sravan Reddy" userId="39f41b09a2aae798" providerId="LiveId" clId="{1AE7995A-5915-4E6C-B7BC-BBD3C8E644BB}" dt="2026-02-17T14:51:49.351" v="18" actId="14100"/>
          <ac:picMkLst>
            <pc:docMk/>
            <pc:sldMk cId="2882565740" sldId="257"/>
            <ac:picMk id="5" creationId="{8634253E-957E-DBA2-24E2-46B62FB6BA5C}"/>
          </ac:picMkLst>
        </pc:picChg>
      </pc:sldChg>
      <pc:sldChg chg="addSp modSp new mod">
        <pc:chgData name="Sravan Reddy" userId="39f41b09a2aae798" providerId="LiveId" clId="{1AE7995A-5915-4E6C-B7BC-BBD3C8E644BB}" dt="2026-02-17T15:03:04.125" v="27" actId="14100"/>
        <pc:sldMkLst>
          <pc:docMk/>
          <pc:sldMk cId="2413232414" sldId="258"/>
        </pc:sldMkLst>
        <pc:picChg chg="add mod">
          <ac:chgData name="Sravan Reddy" userId="39f41b09a2aae798" providerId="LiveId" clId="{1AE7995A-5915-4E6C-B7BC-BBD3C8E644BB}" dt="2026-02-17T15:03:04.125" v="27" actId="14100"/>
          <ac:picMkLst>
            <pc:docMk/>
            <pc:sldMk cId="2413232414" sldId="258"/>
            <ac:picMk id="3" creationId="{B83C0FDE-4272-2AB3-D73B-D637AC7C97AE}"/>
          </ac:picMkLst>
        </pc:picChg>
        <pc:picChg chg="add mod">
          <ac:chgData name="Sravan Reddy" userId="39f41b09a2aae798" providerId="LiveId" clId="{1AE7995A-5915-4E6C-B7BC-BBD3C8E644BB}" dt="2026-02-17T15:03:00.926" v="26" actId="14100"/>
          <ac:picMkLst>
            <pc:docMk/>
            <pc:sldMk cId="2413232414" sldId="258"/>
            <ac:picMk id="4" creationId="{BACBD706-40E5-F54D-75E2-B9FEDC94013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34253E-957E-DBA2-24E2-46B62FB6B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565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3C0FDE-4272-2AB3-D73B-D637AC7C9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698862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CBD706-40E5-F54D-75E2-B9FEDC9401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8629" y="0"/>
            <a:ext cx="52033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232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Sravan Reddy</dc:creator>
  <cp:lastModifiedBy>Sravan Reddy</cp:lastModifiedBy>
  <cp:revision>2</cp:revision>
  <dcterms:created xsi:type="dcterms:W3CDTF">2025-07-23T00:59:00Z</dcterms:created>
  <dcterms:modified xsi:type="dcterms:W3CDTF">2026-02-17T15:03:05Z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